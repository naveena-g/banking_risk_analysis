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39"/>
  </p:notesMasterIdLst>
  <p:handoutMasterIdLst>
    <p:handoutMasterId r:id="rId40"/>
  </p:handoutMasterIdLst>
  <p:sldIdLst>
    <p:sldId id="265" r:id="rId6"/>
    <p:sldId id="286" r:id="rId7"/>
    <p:sldId id="266" r:id="rId8"/>
    <p:sldId id="268" r:id="rId9"/>
    <p:sldId id="270" r:id="rId10"/>
    <p:sldId id="287" r:id="rId11"/>
    <p:sldId id="289" r:id="rId12"/>
    <p:sldId id="272" r:id="rId13"/>
    <p:sldId id="273" r:id="rId14"/>
    <p:sldId id="274" r:id="rId15"/>
    <p:sldId id="275" r:id="rId16"/>
    <p:sldId id="288"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3" r:id="rId30"/>
    <p:sldId id="304" r:id="rId31"/>
    <p:sldId id="307" r:id="rId32"/>
    <p:sldId id="305" r:id="rId33"/>
    <p:sldId id="306" r:id="rId34"/>
    <p:sldId id="310" r:id="rId35"/>
    <p:sldId id="308" r:id="rId36"/>
    <p:sldId id="309" r:id="rId37"/>
    <p:sldId id="28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E1AEE1-88DF-447B-E6DC-B5FF0DCA3D3B}" name="Pisay Shriya" initials="PS" userId="S::Pisay.10842648@LTIMindtree.com::434244c3-192a-4fad-a8b0-925a1317317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880"/>
    <a:srgbClr val="FFDF7D"/>
    <a:srgbClr val="66B3E4"/>
    <a:srgbClr val="ECECEC"/>
    <a:srgbClr val="7FA3BF"/>
    <a:srgbClr val="595959"/>
    <a:srgbClr val="F9F0E0"/>
    <a:srgbClr val="F2F7FA"/>
    <a:srgbClr val="E7E2CA"/>
    <a:srgbClr val="E1EB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178BDB-AD5C-B7A2-2A76-09D3C13A0AD6}" v="55" dt="2025-11-13T04:54:45.018"/>
    <p1510:client id="{2FD39CEC-EB59-5D09-70FF-2D75D97D3293}" v="13" dt="2025-11-13T05:07:06.266"/>
    <p1510:client id="{6420C6DA-5FC3-5C1B-72E9-EBA162AB9109}" v="162" dt="2025-11-13T05:08:14.410"/>
    <p1510:client id="{886A74F3-247F-CAE1-C704-A6F8936AAF65}" v="289" dt="2025-11-12T18:17:22.033"/>
    <p1510:client id="{AE8483E6-39DB-E97A-1A98-B4E19474E2E4}" v="14" dt="2025-11-13T03:56:09.535"/>
    <p1510:client id="{F4CB7B32-DA03-4C54-BAAB-7313D030CD0C}" v="63" dt="2025-11-12T09:44:47.968"/>
    <p1510:client id="{FE22A1BF-F896-1A8B-72C4-6E5B009FABC9}" v="108" dt="2025-11-13T06:04:05.1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8/10/relationships/authors" Target="authors.xml"/><Relationship Id="rId20" Type="http://schemas.openxmlformats.org/officeDocument/2006/relationships/slide" Target="slides/slide15.xml"/><Relationship Id="rId41" Type="http://schemas.openxmlformats.org/officeDocument/2006/relationships/presProps" Target="pres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ata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25.svg"/></Relationships>
</file>

<file path=ppt/diagrams/_rels/data10.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10" Type="http://schemas.openxmlformats.org/officeDocument/2006/relationships/image" Target="../media/image62.svg"/><Relationship Id="rId4" Type="http://schemas.openxmlformats.org/officeDocument/2006/relationships/image" Target="../media/image56.svg"/><Relationship Id="rId9" Type="http://schemas.openxmlformats.org/officeDocument/2006/relationships/image" Target="../media/image6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25.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10" Type="http://schemas.openxmlformats.org/officeDocument/2006/relationships/image" Target="../media/image62.svg"/><Relationship Id="rId4" Type="http://schemas.openxmlformats.org/officeDocument/2006/relationships/image" Target="../media/image56.svg"/><Relationship Id="rId9" Type="http://schemas.openxmlformats.org/officeDocument/2006/relationships/image" Target="../media/image61.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584318-5559-4AA1-89B8-816C7FDE76E1}" type="doc">
      <dgm:prSet loTypeId="urn:microsoft.com/office/officeart/2008/layout/LinedList" loCatId="list" qsTypeId="urn:microsoft.com/office/officeart/2005/8/quickstyle/simple4" qsCatId="simple" csTypeId="urn:microsoft.com/office/officeart/2005/8/colors/accent3_2" csCatId="accent3" phldr="1"/>
      <dgm:spPr/>
      <dgm:t>
        <a:bodyPr/>
        <a:lstStyle/>
        <a:p>
          <a:endParaRPr lang="en-US"/>
        </a:p>
      </dgm:t>
    </dgm:pt>
    <dgm:pt modelId="{848A2483-700B-4F1A-8FF9-52BF5E07840C}">
      <dgm:prSet custT="1"/>
      <dgm:spPr/>
      <dgm:t>
        <a:bodyPr/>
        <a:lstStyle/>
        <a:p>
          <a:r>
            <a:rPr lang="en-US" sz="2400" b="1" baseline="0">
              <a:solidFill>
                <a:schemeClr val="tx2"/>
              </a:solidFill>
            </a:rPr>
            <a:t>Key Issues</a:t>
          </a:r>
        </a:p>
      </dgm:t>
    </dgm:pt>
    <dgm:pt modelId="{F8088CF4-CFA7-447C-B770-0C87A4BBE386}" type="parTrans" cxnId="{4F172627-A29B-4A05-8E18-EC0A95683F20}">
      <dgm:prSet/>
      <dgm:spPr/>
      <dgm:t>
        <a:bodyPr/>
        <a:lstStyle/>
        <a:p>
          <a:endParaRPr lang="en-US"/>
        </a:p>
      </dgm:t>
    </dgm:pt>
    <dgm:pt modelId="{7AF2E81D-0132-4B06-B3AA-42A01DA17888}" type="sibTrans" cxnId="{4F172627-A29B-4A05-8E18-EC0A95683F20}">
      <dgm:prSet/>
      <dgm:spPr/>
      <dgm:t>
        <a:bodyPr/>
        <a:lstStyle/>
        <a:p>
          <a:endParaRPr lang="en-US"/>
        </a:p>
      </dgm:t>
    </dgm:pt>
    <dgm:pt modelId="{E4EF1A78-86F4-420F-8A6F-1CF697CEFA7E}">
      <dgm:prSet custT="1"/>
      <dgm:spPr/>
      <dgm:t>
        <a:bodyPr/>
        <a:lstStyle/>
        <a:p>
          <a:r>
            <a:rPr lang="en-US" sz="1700" baseline="0">
              <a:solidFill>
                <a:schemeClr val="tx2"/>
              </a:solidFill>
            </a:rPr>
            <a:t>Lack of Insights: The absence of real-time analytics makes it difficult for making decisions​.</a:t>
          </a:r>
        </a:p>
      </dgm:t>
    </dgm:pt>
    <dgm:pt modelId="{BFE9E4BF-DEC8-4C54-8366-81CE65C67125}" type="parTrans" cxnId="{7FA29B15-C2A4-460E-93FF-FBA21B9554DB}">
      <dgm:prSet/>
      <dgm:spPr/>
      <dgm:t>
        <a:bodyPr/>
        <a:lstStyle/>
        <a:p>
          <a:endParaRPr lang="en-US"/>
        </a:p>
      </dgm:t>
    </dgm:pt>
    <dgm:pt modelId="{E479B685-CFFD-4173-AAF6-107BA27C8594}" type="sibTrans" cxnId="{7FA29B15-C2A4-460E-93FF-FBA21B9554DB}">
      <dgm:prSet/>
      <dgm:spPr/>
      <dgm:t>
        <a:bodyPr/>
        <a:lstStyle/>
        <a:p>
          <a:endParaRPr lang="en-US"/>
        </a:p>
      </dgm:t>
    </dgm:pt>
    <dgm:pt modelId="{96526DB5-7526-476C-90C5-145699A7CB47}">
      <dgm:prSet custT="1"/>
      <dgm:spPr/>
      <dgm:t>
        <a:bodyPr/>
        <a:lstStyle/>
        <a:p>
          <a:r>
            <a:rPr lang="en-US" sz="1700" baseline="0">
              <a:solidFill>
                <a:schemeClr val="tx2"/>
              </a:solidFill>
            </a:rPr>
            <a:t>Manual Processes: ETL flows and data aggregation tasks are slow.</a:t>
          </a:r>
        </a:p>
      </dgm:t>
    </dgm:pt>
    <dgm:pt modelId="{778DD8D0-C802-415A-BDBC-CD4E8139A247}" type="parTrans" cxnId="{FC3924D8-7971-48F0-922A-3E25F0BCB57F}">
      <dgm:prSet/>
      <dgm:spPr/>
      <dgm:t>
        <a:bodyPr/>
        <a:lstStyle/>
        <a:p>
          <a:endParaRPr lang="en-US"/>
        </a:p>
      </dgm:t>
    </dgm:pt>
    <dgm:pt modelId="{F8A38CB7-9369-45F2-B2E9-308FCBF8A397}" type="sibTrans" cxnId="{FC3924D8-7971-48F0-922A-3E25F0BCB57F}">
      <dgm:prSet/>
      <dgm:spPr/>
      <dgm:t>
        <a:bodyPr/>
        <a:lstStyle/>
        <a:p>
          <a:endParaRPr lang="en-US"/>
        </a:p>
      </dgm:t>
    </dgm:pt>
    <dgm:pt modelId="{276D71C8-6A15-48F3-9B45-C1C509FB9635}">
      <dgm:prSet custT="1"/>
      <dgm:spPr/>
      <dgm:t>
        <a:bodyPr/>
        <a:lstStyle/>
        <a:p>
          <a:r>
            <a:rPr lang="en-US" sz="1700" baseline="0">
              <a:solidFill>
                <a:schemeClr val="tx2"/>
              </a:solidFill>
            </a:rPr>
            <a:t>Data Security: Personally identifiable and financial information lacks control over data.</a:t>
          </a:r>
        </a:p>
      </dgm:t>
    </dgm:pt>
    <dgm:pt modelId="{D3F76B9C-DE17-4472-9A42-B9D5B126FF74}" type="parTrans" cxnId="{848BAAFB-D0DC-4C4E-9A83-E14DE4330336}">
      <dgm:prSet/>
      <dgm:spPr/>
      <dgm:t>
        <a:bodyPr/>
        <a:lstStyle/>
        <a:p>
          <a:endParaRPr lang="en-US"/>
        </a:p>
      </dgm:t>
    </dgm:pt>
    <dgm:pt modelId="{672CA4E9-15B0-43AF-9DE5-3AED66633C4C}" type="sibTrans" cxnId="{848BAAFB-D0DC-4C4E-9A83-E14DE4330336}">
      <dgm:prSet/>
      <dgm:spPr/>
      <dgm:t>
        <a:bodyPr/>
        <a:lstStyle/>
        <a:p>
          <a:endParaRPr lang="en-US"/>
        </a:p>
      </dgm:t>
    </dgm:pt>
    <dgm:pt modelId="{3F6098A8-AF93-4993-924E-9E49A9BCDDA9}">
      <dgm:prSet custT="1"/>
      <dgm:spPr/>
      <dgm:t>
        <a:bodyPr/>
        <a:lstStyle/>
        <a:p>
          <a:r>
            <a:rPr lang="en-US" sz="1700" baseline="0">
              <a:solidFill>
                <a:schemeClr val="tx2"/>
              </a:solidFill>
            </a:rPr>
            <a:t>User Accessibility: Lack intuitive dashboards &amp; BI capabilities for exploring portfolio data​.</a:t>
          </a:r>
        </a:p>
      </dgm:t>
    </dgm:pt>
    <dgm:pt modelId="{3C0244A5-D198-4B25-8B24-401F3F312255}" type="parTrans" cxnId="{E38692E4-36A1-42DD-BFE6-684FFF987036}">
      <dgm:prSet/>
      <dgm:spPr/>
      <dgm:t>
        <a:bodyPr/>
        <a:lstStyle/>
        <a:p>
          <a:endParaRPr lang="en-US"/>
        </a:p>
      </dgm:t>
    </dgm:pt>
    <dgm:pt modelId="{31541C11-D99E-4AFB-801A-7170579F31EC}" type="sibTrans" cxnId="{E38692E4-36A1-42DD-BFE6-684FFF987036}">
      <dgm:prSet/>
      <dgm:spPr/>
      <dgm:t>
        <a:bodyPr/>
        <a:lstStyle/>
        <a:p>
          <a:endParaRPr lang="en-US"/>
        </a:p>
      </dgm:t>
    </dgm:pt>
    <dgm:pt modelId="{18503FD0-D582-4160-9CE4-0FF7F5AC770E}">
      <dgm:prSet custT="1"/>
      <dgm:spPr/>
      <dgm:t>
        <a:bodyPr/>
        <a:lstStyle/>
        <a:p>
          <a:r>
            <a:rPr lang="en-US" sz="1700" baseline="0">
              <a:solidFill>
                <a:schemeClr val="tx2"/>
              </a:solidFill>
            </a:rPr>
            <a:t>Scalability Issues: No automated or scalable data pipelines to handle growing transaction volumes.</a:t>
          </a:r>
        </a:p>
      </dgm:t>
    </dgm:pt>
    <dgm:pt modelId="{42BDAFA9-FF3D-46B7-BBB1-6C24EC3FC4F0}" type="parTrans" cxnId="{98D5B842-8DC4-47D5-A6E9-DE4A8A0DC834}">
      <dgm:prSet/>
      <dgm:spPr/>
      <dgm:t>
        <a:bodyPr/>
        <a:lstStyle/>
        <a:p>
          <a:endParaRPr lang="en-US"/>
        </a:p>
      </dgm:t>
    </dgm:pt>
    <dgm:pt modelId="{0DB8FED9-7BD6-42B2-A4E5-C37DD6A19E9A}" type="sibTrans" cxnId="{98D5B842-8DC4-47D5-A6E9-DE4A8A0DC834}">
      <dgm:prSet/>
      <dgm:spPr/>
      <dgm:t>
        <a:bodyPr/>
        <a:lstStyle/>
        <a:p>
          <a:endParaRPr lang="en-US"/>
        </a:p>
      </dgm:t>
    </dgm:pt>
    <dgm:pt modelId="{2D74DA71-9756-4FA8-BFE5-6D649E51D200}">
      <dgm:prSet custT="1"/>
      <dgm:spPr/>
      <dgm:t>
        <a:bodyPr/>
        <a:lstStyle/>
        <a:p>
          <a:endParaRPr lang="en-US" sz="1700" baseline="0">
            <a:solidFill>
              <a:schemeClr val="tx2"/>
            </a:solidFill>
          </a:endParaRPr>
        </a:p>
      </dgm:t>
    </dgm:pt>
    <dgm:pt modelId="{E3287706-589A-4A60-97F7-B641811CB730}" type="sibTrans" cxnId="{9CA9FD49-0E6C-459D-9F85-8D51F6033F00}">
      <dgm:prSet/>
      <dgm:spPr/>
      <dgm:t>
        <a:bodyPr/>
        <a:lstStyle/>
        <a:p>
          <a:endParaRPr lang="en-US"/>
        </a:p>
      </dgm:t>
    </dgm:pt>
    <dgm:pt modelId="{CD8E3D47-C049-46FC-9402-83D08BC44DAF}" type="parTrans" cxnId="{9CA9FD49-0E6C-459D-9F85-8D51F6033F00}">
      <dgm:prSet/>
      <dgm:spPr/>
      <dgm:t>
        <a:bodyPr/>
        <a:lstStyle/>
        <a:p>
          <a:endParaRPr lang="en-US"/>
        </a:p>
      </dgm:t>
    </dgm:pt>
    <dgm:pt modelId="{FC1BFBC9-4587-410F-BCE3-6F9BFD56DE16}">
      <dgm:prSet custT="1"/>
      <dgm:spPr/>
      <dgm:t>
        <a:bodyPr/>
        <a:lstStyle/>
        <a:p>
          <a:r>
            <a:rPr lang="en-US" sz="1700" baseline="0">
              <a:solidFill>
                <a:schemeClr val="tx2"/>
              </a:solidFill>
            </a:rPr>
            <a:t>Data Complexity: Loan and customer data is scattered across different platforms.</a:t>
          </a:r>
        </a:p>
      </dgm:t>
    </dgm:pt>
    <dgm:pt modelId="{7D575BAD-DA8B-4EFC-868D-BCC8BC93D611}" type="parTrans" cxnId="{01DC8EE2-BAAC-4291-B764-F57F309AD6FC}">
      <dgm:prSet/>
      <dgm:spPr/>
      <dgm:t>
        <a:bodyPr/>
        <a:lstStyle/>
        <a:p>
          <a:endParaRPr lang="en-IN"/>
        </a:p>
      </dgm:t>
    </dgm:pt>
    <dgm:pt modelId="{8CA9623E-FC0D-4D1B-8652-21DB46487122}" type="sibTrans" cxnId="{01DC8EE2-BAAC-4291-B764-F57F309AD6FC}">
      <dgm:prSet/>
      <dgm:spPr/>
      <dgm:t>
        <a:bodyPr/>
        <a:lstStyle/>
        <a:p>
          <a:endParaRPr lang="en-IN"/>
        </a:p>
      </dgm:t>
    </dgm:pt>
    <dgm:pt modelId="{27E55A78-D4F4-4D41-88AD-958927325330}" type="pres">
      <dgm:prSet presAssocID="{C4584318-5559-4AA1-89B8-816C7FDE76E1}" presName="vert0" presStyleCnt="0">
        <dgm:presLayoutVars>
          <dgm:dir/>
          <dgm:animOne val="branch"/>
          <dgm:animLvl val="lvl"/>
        </dgm:presLayoutVars>
      </dgm:prSet>
      <dgm:spPr/>
    </dgm:pt>
    <dgm:pt modelId="{3A31C2DF-B173-4B0E-8140-158CE5E4ED6B}" type="pres">
      <dgm:prSet presAssocID="{2D74DA71-9756-4FA8-BFE5-6D649E51D200}" presName="thickLine" presStyleLbl="alignNode1" presStyleIdx="0" presStyleCnt="1"/>
      <dgm:spPr/>
    </dgm:pt>
    <dgm:pt modelId="{69B58CC6-50C6-4131-93B1-5D6069509F90}" type="pres">
      <dgm:prSet presAssocID="{2D74DA71-9756-4FA8-BFE5-6D649E51D200}" presName="horz1" presStyleCnt="0"/>
      <dgm:spPr/>
    </dgm:pt>
    <dgm:pt modelId="{1B1F3343-F5F8-4DA9-B635-D1CA23BF0D32}" type="pres">
      <dgm:prSet presAssocID="{2D74DA71-9756-4FA8-BFE5-6D649E51D200}" presName="tx1" presStyleLbl="revTx" presStyleIdx="0" presStyleCnt="8"/>
      <dgm:spPr/>
    </dgm:pt>
    <dgm:pt modelId="{4ECBF4D3-8402-43D6-A44F-BFB41F6DDEE6}" type="pres">
      <dgm:prSet presAssocID="{2D74DA71-9756-4FA8-BFE5-6D649E51D200}" presName="vert1" presStyleCnt="0"/>
      <dgm:spPr/>
    </dgm:pt>
    <dgm:pt modelId="{21848536-B4BA-4B17-83A9-71CC8FA1E9B0}" type="pres">
      <dgm:prSet presAssocID="{848A2483-700B-4F1A-8FF9-52BF5E07840C}" presName="vertSpace2a" presStyleCnt="0"/>
      <dgm:spPr/>
    </dgm:pt>
    <dgm:pt modelId="{835499B9-39FC-4B16-8AC6-277BEE53D3A2}" type="pres">
      <dgm:prSet presAssocID="{848A2483-700B-4F1A-8FF9-52BF5E07840C}" presName="horz2" presStyleCnt="0"/>
      <dgm:spPr/>
    </dgm:pt>
    <dgm:pt modelId="{6B4E9C24-592D-4D44-B676-0BFF8385950B}" type="pres">
      <dgm:prSet presAssocID="{848A2483-700B-4F1A-8FF9-52BF5E07840C}" presName="horzSpace2" presStyleCnt="0"/>
      <dgm:spPr/>
    </dgm:pt>
    <dgm:pt modelId="{9E4F1B47-7768-4BF8-B160-429464D4BC42}" type="pres">
      <dgm:prSet presAssocID="{848A2483-700B-4F1A-8FF9-52BF5E07840C}" presName="tx2" presStyleLbl="revTx" presStyleIdx="1" presStyleCnt="8"/>
      <dgm:spPr/>
    </dgm:pt>
    <dgm:pt modelId="{7C258CD9-7D05-44D8-AB25-98041EA4B4B2}" type="pres">
      <dgm:prSet presAssocID="{848A2483-700B-4F1A-8FF9-52BF5E07840C}" presName="vert2" presStyleCnt="0"/>
      <dgm:spPr/>
    </dgm:pt>
    <dgm:pt modelId="{1B2FC538-1380-46F1-BF04-69F956748948}" type="pres">
      <dgm:prSet presAssocID="{848A2483-700B-4F1A-8FF9-52BF5E07840C}" presName="thinLine2b" presStyleLbl="callout" presStyleIdx="0" presStyleCnt="7"/>
      <dgm:spPr/>
    </dgm:pt>
    <dgm:pt modelId="{398E7F83-DBA6-4955-8197-0BFF9115395B}" type="pres">
      <dgm:prSet presAssocID="{848A2483-700B-4F1A-8FF9-52BF5E07840C}" presName="vertSpace2b" presStyleCnt="0"/>
      <dgm:spPr/>
    </dgm:pt>
    <dgm:pt modelId="{05424702-4D94-4AE2-8D25-4A9D3D4D8025}" type="pres">
      <dgm:prSet presAssocID="{FC1BFBC9-4587-410F-BCE3-6F9BFD56DE16}" presName="horz2" presStyleCnt="0"/>
      <dgm:spPr/>
    </dgm:pt>
    <dgm:pt modelId="{5FF89E4C-8E4A-4DA6-B790-E8BB9B7183F0}" type="pres">
      <dgm:prSet presAssocID="{FC1BFBC9-4587-410F-BCE3-6F9BFD56DE16}" presName="horzSpace2" presStyleCnt="0"/>
      <dgm:spPr/>
    </dgm:pt>
    <dgm:pt modelId="{935FDDB5-BEEA-48EF-93FC-E7E8A81DCDAD}" type="pres">
      <dgm:prSet presAssocID="{FC1BFBC9-4587-410F-BCE3-6F9BFD56DE16}" presName="tx2" presStyleLbl="revTx" presStyleIdx="2" presStyleCnt="8"/>
      <dgm:spPr/>
    </dgm:pt>
    <dgm:pt modelId="{1F096CD9-4B72-4EB5-80E4-307D9F2B7206}" type="pres">
      <dgm:prSet presAssocID="{FC1BFBC9-4587-410F-BCE3-6F9BFD56DE16}" presName="vert2" presStyleCnt="0"/>
      <dgm:spPr/>
    </dgm:pt>
    <dgm:pt modelId="{C2DC72C5-D65C-43F2-8836-2639A4816B1D}" type="pres">
      <dgm:prSet presAssocID="{FC1BFBC9-4587-410F-BCE3-6F9BFD56DE16}" presName="thinLine2b" presStyleLbl="callout" presStyleIdx="1" presStyleCnt="7"/>
      <dgm:spPr/>
    </dgm:pt>
    <dgm:pt modelId="{EE348512-0DEF-44CE-BFEF-C06B77D12899}" type="pres">
      <dgm:prSet presAssocID="{FC1BFBC9-4587-410F-BCE3-6F9BFD56DE16}" presName="vertSpace2b" presStyleCnt="0"/>
      <dgm:spPr/>
    </dgm:pt>
    <dgm:pt modelId="{3625D70F-4717-41DF-9FB4-F700682BF4D7}" type="pres">
      <dgm:prSet presAssocID="{E4EF1A78-86F4-420F-8A6F-1CF697CEFA7E}" presName="horz2" presStyleCnt="0"/>
      <dgm:spPr/>
    </dgm:pt>
    <dgm:pt modelId="{FEFBA0B7-6D81-4D79-AA64-7E7205F6020E}" type="pres">
      <dgm:prSet presAssocID="{E4EF1A78-86F4-420F-8A6F-1CF697CEFA7E}" presName="horzSpace2" presStyleCnt="0"/>
      <dgm:spPr/>
    </dgm:pt>
    <dgm:pt modelId="{54FE9828-F29E-432F-803E-0EE00207D685}" type="pres">
      <dgm:prSet presAssocID="{E4EF1A78-86F4-420F-8A6F-1CF697CEFA7E}" presName="tx2" presStyleLbl="revTx" presStyleIdx="3" presStyleCnt="8"/>
      <dgm:spPr/>
    </dgm:pt>
    <dgm:pt modelId="{638CE1D8-0039-497A-AC68-38657D308079}" type="pres">
      <dgm:prSet presAssocID="{E4EF1A78-86F4-420F-8A6F-1CF697CEFA7E}" presName="vert2" presStyleCnt="0"/>
      <dgm:spPr/>
    </dgm:pt>
    <dgm:pt modelId="{8B3A16A5-647A-485F-A66C-0C2D1B98E2B0}" type="pres">
      <dgm:prSet presAssocID="{E4EF1A78-86F4-420F-8A6F-1CF697CEFA7E}" presName="thinLine2b" presStyleLbl="callout" presStyleIdx="2" presStyleCnt="7"/>
      <dgm:spPr/>
    </dgm:pt>
    <dgm:pt modelId="{6892396B-5BAD-4E7A-993B-CCBA58958AFE}" type="pres">
      <dgm:prSet presAssocID="{E4EF1A78-86F4-420F-8A6F-1CF697CEFA7E}" presName="vertSpace2b" presStyleCnt="0"/>
      <dgm:spPr/>
    </dgm:pt>
    <dgm:pt modelId="{8C256998-6D10-46B4-992E-131721C55944}" type="pres">
      <dgm:prSet presAssocID="{96526DB5-7526-476C-90C5-145699A7CB47}" presName="horz2" presStyleCnt="0"/>
      <dgm:spPr/>
    </dgm:pt>
    <dgm:pt modelId="{BDBE9DA0-A139-4B65-B870-B2C351ABA0AB}" type="pres">
      <dgm:prSet presAssocID="{96526DB5-7526-476C-90C5-145699A7CB47}" presName="horzSpace2" presStyleCnt="0"/>
      <dgm:spPr/>
    </dgm:pt>
    <dgm:pt modelId="{C6AC622E-CAD0-469D-8376-C0D3622CA3BA}" type="pres">
      <dgm:prSet presAssocID="{96526DB5-7526-476C-90C5-145699A7CB47}" presName="tx2" presStyleLbl="revTx" presStyleIdx="4" presStyleCnt="8"/>
      <dgm:spPr/>
    </dgm:pt>
    <dgm:pt modelId="{E4FC9653-1A3E-4E52-ACFA-AEF1B20A25FD}" type="pres">
      <dgm:prSet presAssocID="{96526DB5-7526-476C-90C5-145699A7CB47}" presName="vert2" presStyleCnt="0"/>
      <dgm:spPr/>
    </dgm:pt>
    <dgm:pt modelId="{B581C678-AB76-419E-8CAB-827F16462BF2}" type="pres">
      <dgm:prSet presAssocID="{96526DB5-7526-476C-90C5-145699A7CB47}" presName="thinLine2b" presStyleLbl="callout" presStyleIdx="3" presStyleCnt="7"/>
      <dgm:spPr/>
    </dgm:pt>
    <dgm:pt modelId="{835067A1-5B5E-44B9-9995-0964AB0E6307}" type="pres">
      <dgm:prSet presAssocID="{96526DB5-7526-476C-90C5-145699A7CB47}" presName="vertSpace2b" presStyleCnt="0"/>
      <dgm:spPr/>
    </dgm:pt>
    <dgm:pt modelId="{215181FF-AFF6-4B72-98DB-080F2551FEC2}" type="pres">
      <dgm:prSet presAssocID="{276D71C8-6A15-48F3-9B45-C1C509FB9635}" presName="horz2" presStyleCnt="0"/>
      <dgm:spPr/>
    </dgm:pt>
    <dgm:pt modelId="{B45C22BE-10F8-425C-95F5-7160718D01FF}" type="pres">
      <dgm:prSet presAssocID="{276D71C8-6A15-48F3-9B45-C1C509FB9635}" presName="horzSpace2" presStyleCnt="0"/>
      <dgm:spPr/>
    </dgm:pt>
    <dgm:pt modelId="{421C79ED-04F0-4C00-BF08-BED675E8B310}" type="pres">
      <dgm:prSet presAssocID="{276D71C8-6A15-48F3-9B45-C1C509FB9635}" presName="tx2" presStyleLbl="revTx" presStyleIdx="5" presStyleCnt="8"/>
      <dgm:spPr/>
    </dgm:pt>
    <dgm:pt modelId="{4EDB8BC9-6C45-4FD7-8449-A7EC915F14AE}" type="pres">
      <dgm:prSet presAssocID="{276D71C8-6A15-48F3-9B45-C1C509FB9635}" presName="vert2" presStyleCnt="0"/>
      <dgm:spPr/>
    </dgm:pt>
    <dgm:pt modelId="{D7BBD938-4A56-47AF-84A5-8F0C03A487CE}" type="pres">
      <dgm:prSet presAssocID="{276D71C8-6A15-48F3-9B45-C1C509FB9635}" presName="thinLine2b" presStyleLbl="callout" presStyleIdx="4" presStyleCnt="7"/>
      <dgm:spPr/>
    </dgm:pt>
    <dgm:pt modelId="{F08FE0CB-1497-4877-8803-C50EB3F9D368}" type="pres">
      <dgm:prSet presAssocID="{276D71C8-6A15-48F3-9B45-C1C509FB9635}" presName="vertSpace2b" presStyleCnt="0"/>
      <dgm:spPr/>
    </dgm:pt>
    <dgm:pt modelId="{BF69A07D-6CF0-4CFB-A699-CA40FDED1C1D}" type="pres">
      <dgm:prSet presAssocID="{3F6098A8-AF93-4993-924E-9E49A9BCDDA9}" presName="horz2" presStyleCnt="0"/>
      <dgm:spPr/>
    </dgm:pt>
    <dgm:pt modelId="{4C9665E5-74AF-4AE3-9150-F724376441AB}" type="pres">
      <dgm:prSet presAssocID="{3F6098A8-AF93-4993-924E-9E49A9BCDDA9}" presName="horzSpace2" presStyleCnt="0"/>
      <dgm:spPr/>
    </dgm:pt>
    <dgm:pt modelId="{8EC13A34-4169-4E57-86EA-BD19B079BACB}" type="pres">
      <dgm:prSet presAssocID="{3F6098A8-AF93-4993-924E-9E49A9BCDDA9}" presName="tx2" presStyleLbl="revTx" presStyleIdx="6" presStyleCnt="8"/>
      <dgm:spPr/>
    </dgm:pt>
    <dgm:pt modelId="{C6E5A18E-05A6-48DE-B417-B7711014CF98}" type="pres">
      <dgm:prSet presAssocID="{3F6098A8-AF93-4993-924E-9E49A9BCDDA9}" presName="vert2" presStyleCnt="0"/>
      <dgm:spPr/>
    </dgm:pt>
    <dgm:pt modelId="{214EBBEC-9D2E-4E40-946C-947AED37E1AF}" type="pres">
      <dgm:prSet presAssocID="{3F6098A8-AF93-4993-924E-9E49A9BCDDA9}" presName="thinLine2b" presStyleLbl="callout" presStyleIdx="5" presStyleCnt="7"/>
      <dgm:spPr/>
    </dgm:pt>
    <dgm:pt modelId="{FA9A7F68-CD86-4410-B5F4-3C899D428FB8}" type="pres">
      <dgm:prSet presAssocID="{3F6098A8-AF93-4993-924E-9E49A9BCDDA9}" presName="vertSpace2b" presStyleCnt="0"/>
      <dgm:spPr/>
    </dgm:pt>
    <dgm:pt modelId="{109061E0-0EA2-4087-8770-73F2BA0FB09D}" type="pres">
      <dgm:prSet presAssocID="{18503FD0-D582-4160-9CE4-0FF7F5AC770E}" presName="horz2" presStyleCnt="0"/>
      <dgm:spPr/>
    </dgm:pt>
    <dgm:pt modelId="{E4FF2E2C-7487-4CA3-87CC-24E2ECD5B834}" type="pres">
      <dgm:prSet presAssocID="{18503FD0-D582-4160-9CE4-0FF7F5AC770E}" presName="horzSpace2" presStyleCnt="0"/>
      <dgm:spPr/>
    </dgm:pt>
    <dgm:pt modelId="{E8125ADE-3EEA-41B3-A196-AAD8F4781C7A}" type="pres">
      <dgm:prSet presAssocID="{18503FD0-D582-4160-9CE4-0FF7F5AC770E}" presName="tx2" presStyleLbl="revTx" presStyleIdx="7" presStyleCnt="8" custScaleX="98948"/>
      <dgm:spPr/>
    </dgm:pt>
    <dgm:pt modelId="{A4CF9159-5118-4DFE-9E42-BEE0E0DEF634}" type="pres">
      <dgm:prSet presAssocID="{18503FD0-D582-4160-9CE4-0FF7F5AC770E}" presName="vert2" presStyleCnt="0"/>
      <dgm:spPr/>
    </dgm:pt>
    <dgm:pt modelId="{AAA31D9D-D9AD-48BB-96D3-FC14D508DB12}" type="pres">
      <dgm:prSet presAssocID="{18503FD0-D582-4160-9CE4-0FF7F5AC770E}" presName="thinLine2b" presStyleLbl="callout" presStyleIdx="6" presStyleCnt="7"/>
      <dgm:spPr/>
    </dgm:pt>
    <dgm:pt modelId="{E206601F-88D7-4379-87A1-726FB8925C1B}" type="pres">
      <dgm:prSet presAssocID="{18503FD0-D582-4160-9CE4-0FF7F5AC770E}" presName="vertSpace2b" presStyleCnt="0"/>
      <dgm:spPr/>
    </dgm:pt>
  </dgm:ptLst>
  <dgm:cxnLst>
    <dgm:cxn modelId="{7FA29B15-C2A4-460E-93FF-FBA21B9554DB}" srcId="{2D74DA71-9756-4FA8-BFE5-6D649E51D200}" destId="{E4EF1A78-86F4-420F-8A6F-1CF697CEFA7E}" srcOrd="2" destOrd="0" parTransId="{BFE9E4BF-DEC8-4C54-8366-81CE65C67125}" sibTransId="{E479B685-CFFD-4173-AAF6-107BA27C8594}"/>
    <dgm:cxn modelId="{4F172627-A29B-4A05-8E18-EC0A95683F20}" srcId="{2D74DA71-9756-4FA8-BFE5-6D649E51D200}" destId="{848A2483-700B-4F1A-8FF9-52BF5E07840C}" srcOrd="0" destOrd="0" parTransId="{F8088CF4-CFA7-447C-B770-0C87A4BBE386}" sibTransId="{7AF2E81D-0132-4B06-B3AA-42A01DA17888}"/>
    <dgm:cxn modelId="{98D5B842-8DC4-47D5-A6E9-DE4A8A0DC834}" srcId="{2D74DA71-9756-4FA8-BFE5-6D649E51D200}" destId="{18503FD0-D582-4160-9CE4-0FF7F5AC770E}" srcOrd="6" destOrd="0" parTransId="{42BDAFA9-FF3D-46B7-BBB1-6C24EC3FC4F0}" sibTransId="{0DB8FED9-7BD6-42B2-A4E5-C37DD6A19E9A}"/>
    <dgm:cxn modelId="{9CA9FD49-0E6C-459D-9F85-8D51F6033F00}" srcId="{C4584318-5559-4AA1-89B8-816C7FDE76E1}" destId="{2D74DA71-9756-4FA8-BFE5-6D649E51D200}" srcOrd="0" destOrd="0" parTransId="{CD8E3D47-C049-46FC-9402-83D08BC44DAF}" sibTransId="{E3287706-589A-4A60-97F7-B641811CB730}"/>
    <dgm:cxn modelId="{84EA2750-9D06-4122-844D-6FA66BB1BE27}" type="presOf" srcId="{FC1BFBC9-4587-410F-BCE3-6F9BFD56DE16}" destId="{935FDDB5-BEEA-48EF-93FC-E7E8A81DCDAD}" srcOrd="0" destOrd="0" presId="urn:microsoft.com/office/officeart/2008/layout/LinedList"/>
    <dgm:cxn modelId="{DD3D2252-573C-46C4-9356-EFFDA4F04F49}" type="presOf" srcId="{C4584318-5559-4AA1-89B8-816C7FDE76E1}" destId="{27E55A78-D4F4-4D41-88AD-958927325330}" srcOrd="0" destOrd="0" presId="urn:microsoft.com/office/officeart/2008/layout/LinedList"/>
    <dgm:cxn modelId="{4DA28D74-FF1F-44E3-BAF9-10AA7417040D}" type="presOf" srcId="{2D74DA71-9756-4FA8-BFE5-6D649E51D200}" destId="{1B1F3343-F5F8-4DA9-B635-D1CA23BF0D32}" srcOrd="0" destOrd="0" presId="urn:microsoft.com/office/officeart/2008/layout/LinedList"/>
    <dgm:cxn modelId="{71F0E1A9-D79B-4DD7-A3AA-448C755CBD35}" type="presOf" srcId="{3F6098A8-AF93-4993-924E-9E49A9BCDDA9}" destId="{8EC13A34-4169-4E57-86EA-BD19B079BACB}" srcOrd="0" destOrd="0" presId="urn:microsoft.com/office/officeart/2008/layout/LinedList"/>
    <dgm:cxn modelId="{782BA3AD-23D5-4FE3-92E6-65B5E32A2F0E}" type="presOf" srcId="{848A2483-700B-4F1A-8FF9-52BF5E07840C}" destId="{9E4F1B47-7768-4BF8-B160-429464D4BC42}" srcOrd="0" destOrd="0" presId="urn:microsoft.com/office/officeart/2008/layout/LinedList"/>
    <dgm:cxn modelId="{A22CACBA-FF09-42FD-BFD7-793450B824C0}" type="presOf" srcId="{276D71C8-6A15-48F3-9B45-C1C509FB9635}" destId="{421C79ED-04F0-4C00-BF08-BED675E8B310}" srcOrd="0" destOrd="0" presId="urn:microsoft.com/office/officeart/2008/layout/LinedList"/>
    <dgm:cxn modelId="{3C8700C2-AF94-431D-B36F-B3EA9F62A84C}" type="presOf" srcId="{E4EF1A78-86F4-420F-8A6F-1CF697CEFA7E}" destId="{54FE9828-F29E-432F-803E-0EE00207D685}" srcOrd="0" destOrd="0" presId="urn:microsoft.com/office/officeart/2008/layout/LinedList"/>
    <dgm:cxn modelId="{E7794CD6-A1C5-45EC-9B8B-47B5B797954F}" type="presOf" srcId="{18503FD0-D582-4160-9CE4-0FF7F5AC770E}" destId="{E8125ADE-3EEA-41B3-A196-AAD8F4781C7A}" srcOrd="0" destOrd="0" presId="urn:microsoft.com/office/officeart/2008/layout/LinedList"/>
    <dgm:cxn modelId="{FC3924D8-7971-48F0-922A-3E25F0BCB57F}" srcId="{2D74DA71-9756-4FA8-BFE5-6D649E51D200}" destId="{96526DB5-7526-476C-90C5-145699A7CB47}" srcOrd="3" destOrd="0" parTransId="{778DD8D0-C802-415A-BDBC-CD4E8139A247}" sibTransId="{F8A38CB7-9369-45F2-B2E9-308FCBF8A397}"/>
    <dgm:cxn modelId="{D21B27E0-A352-46B2-89CE-DBC9990D79BF}" type="presOf" srcId="{96526DB5-7526-476C-90C5-145699A7CB47}" destId="{C6AC622E-CAD0-469D-8376-C0D3622CA3BA}" srcOrd="0" destOrd="0" presId="urn:microsoft.com/office/officeart/2008/layout/LinedList"/>
    <dgm:cxn modelId="{01DC8EE2-BAAC-4291-B764-F57F309AD6FC}" srcId="{2D74DA71-9756-4FA8-BFE5-6D649E51D200}" destId="{FC1BFBC9-4587-410F-BCE3-6F9BFD56DE16}" srcOrd="1" destOrd="0" parTransId="{7D575BAD-DA8B-4EFC-868D-BCC8BC93D611}" sibTransId="{8CA9623E-FC0D-4D1B-8652-21DB46487122}"/>
    <dgm:cxn modelId="{E38692E4-36A1-42DD-BFE6-684FFF987036}" srcId="{2D74DA71-9756-4FA8-BFE5-6D649E51D200}" destId="{3F6098A8-AF93-4993-924E-9E49A9BCDDA9}" srcOrd="5" destOrd="0" parTransId="{3C0244A5-D198-4B25-8B24-401F3F312255}" sibTransId="{31541C11-D99E-4AFB-801A-7170579F31EC}"/>
    <dgm:cxn modelId="{848BAAFB-D0DC-4C4E-9A83-E14DE4330336}" srcId="{2D74DA71-9756-4FA8-BFE5-6D649E51D200}" destId="{276D71C8-6A15-48F3-9B45-C1C509FB9635}" srcOrd="4" destOrd="0" parTransId="{D3F76B9C-DE17-4472-9A42-B9D5B126FF74}" sibTransId="{672CA4E9-15B0-43AF-9DE5-3AED66633C4C}"/>
    <dgm:cxn modelId="{E65E74D8-747A-466B-AE52-B3DA16EC5C90}" type="presParOf" srcId="{27E55A78-D4F4-4D41-88AD-958927325330}" destId="{3A31C2DF-B173-4B0E-8140-158CE5E4ED6B}" srcOrd="0" destOrd="0" presId="urn:microsoft.com/office/officeart/2008/layout/LinedList"/>
    <dgm:cxn modelId="{78203254-E1B6-4352-93EC-1BBDF2BCA235}" type="presParOf" srcId="{27E55A78-D4F4-4D41-88AD-958927325330}" destId="{69B58CC6-50C6-4131-93B1-5D6069509F90}" srcOrd="1" destOrd="0" presId="urn:microsoft.com/office/officeart/2008/layout/LinedList"/>
    <dgm:cxn modelId="{32FDB085-9386-453E-BFFD-A8C131E59F33}" type="presParOf" srcId="{69B58CC6-50C6-4131-93B1-5D6069509F90}" destId="{1B1F3343-F5F8-4DA9-B635-D1CA23BF0D32}" srcOrd="0" destOrd="0" presId="urn:microsoft.com/office/officeart/2008/layout/LinedList"/>
    <dgm:cxn modelId="{F296E713-0131-4D7C-9D61-2354AC1C34E1}" type="presParOf" srcId="{69B58CC6-50C6-4131-93B1-5D6069509F90}" destId="{4ECBF4D3-8402-43D6-A44F-BFB41F6DDEE6}" srcOrd="1" destOrd="0" presId="urn:microsoft.com/office/officeart/2008/layout/LinedList"/>
    <dgm:cxn modelId="{5FF84BCC-B21F-405F-AFDE-AD0D4228DCC6}" type="presParOf" srcId="{4ECBF4D3-8402-43D6-A44F-BFB41F6DDEE6}" destId="{21848536-B4BA-4B17-83A9-71CC8FA1E9B0}" srcOrd="0" destOrd="0" presId="urn:microsoft.com/office/officeart/2008/layout/LinedList"/>
    <dgm:cxn modelId="{723EF991-B6E6-4CAE-99F8-5D63CD304021}" type="presParOf" srcId="{4ECBF4D3-8402-43D6-A44F-BFB41F6DDEE6}" destId="{835499B9-39FC-4B16-8AC6-277BEE53D3A2}" srcOrd="1" destOrd="0" presId="urn:microsoft.com/office/officeart/2008/layout/LinedList"/>
    <dgm:cxn modelId="{4A4F9F0C-F09E-4EE9-B1C9-FEE1A9AFC1C4}" type="presParOf" srcId="{835499B9-39FC-4B16-8AC6-277BEE53D3A2}" destId="{6B4E9C24-592D-4D44-B676-0BFF8385950B}" srcOrd="0" destOrd="0" presId="urn:microsoft.com/office/officeart/2008/layout/LinedList"/>
    <dgm:cxn modelId="{FF06CF6A-4002-4776-9A4F-D744AA488F3E}" type="presParOf" srcId="{835499B9-39FC-4B16-8AC6-277BEE53D3A2}" destId="{9E4F1B47-7768-4BF8-B160-429464D4BC42}" srcOrd="1" destOrd="0" presId="urn:microsoft.com/office/officeart/2008/layout/LinedList"/>
    <dgm:cxn modelId="{82CECF5E-4C07-4DCB-81C4-B7B8FCAA2A40}" type="presParOf" srcId="{835499B9-39FC-4B16-8AC6-277BEE53D3A2}" destId="{7C258CD9-7D05-44D8-AB25-98041EA4B4B2}" srcOrd="2" destOrd="0" presId="urn:microsoft.com/office/officeart/2008/layout/LinedList"/>
    <dgm:cxn modelId="{CA253EA8-A277-40B9-B1EB-52B38DEF8492}" type="presParOf" srcId="{4ECBF4D3-8402-43D6-A44F-BFB41F6DDEE6}" destId="{1B2FC538-1380-46F1-BF04-69F956748948}" srcOrd="2" destOrd="0" presId="urn:microsoft.com/office/officeart/2008/layout/LinedList"/>
    <dgm:cxn modelId="{D9DB0EE9-B9E0-4E4A-8E4F-CAAC3D8F53CE}" type="presParOf" srcId="{4ECBF4D3-8402-43D6-A44F-BFB41F6DDEE6}" destId="{398E7F83-DBA6-4955-8197-0BFF9115395B}" srcOrd="3" destOrd="0" presId="urn:microsoft.com/office/officeart/2008/layout/LinedList"/>
    <dgm:cxn modelId="{A635D471-BC21-4807-8881-2B0B2F5A3A1F}" type="presParOf" srcId="{4ECBF4D3-8402-43D6-A44F-BFB41F6DDEE6}" destId="{05424702-4D94-4AE2-8D25-4A9D3D4D8025}" srcOrd="4" destOrd="0" presId="urn:microsoft.com/office/officeart/2008/layout/LinedList"/>
    <dgm:cxn modelId="{56F88558-3C56-4F41-8F55-1C5FC4F81B5D}" type="presParOf" srcId="{05424702-4D94-4AE2-8D25-4A9D3D4D8025}" destId="{5FF89E4C-8E4A-4DA6-B790-E8BB9B7183F0}" srcOrd="0" destOrd="0" presId="urn:microsoft.com/office/officeart/2008/layout/LinedList"/>
    <dgm:cxn modelId="{30EAD7E1-C751-469E-8B98-DB2F931369D4}" type="presParOf" srcId="{05424702-4D94-4AE2-8D25-4A9D3D4D8025}" destId="{935FDDB5-BEEA-48EF-93FC-E7E8A81DCDAD}" srcOrd="1" destOrd="0" presId="urn:microsoft.com/office/officeart/2008/layout/LinedList"/>
    <dgm:cxn modelId="{C4BE5E13-B166-4BC0-8C55-3C85F63F85BB}" type="presParOf" srcId="{05424702-4D94-4AE2-8D25-4A9D3D4D8025}" destId="{1F096CD9-4B72-4EB5-80E4-307D9F2B7206}" srcOrd="2" destOrd="0" presId="urn:microsoft.com/office/officeart/2008/layout/LinedList"/>
    <dgm:cxn modelId="{DAB789B7-3167-4397-B02F-0FF3669AD67E}" type="presParOf" srcId="{4ECBF4D3-8402-43D6-A44F-BFB41F6DDEE6}" destId="{C2DC72C5-D65C-43F2-8836-2639A4816B1D}" srcOrd="5" destOrd="0" presId="urn:microsoft.com/office/officeart/2008/layout/LinedList"/>
    <dgm:cxn modelId="{FE78C371-FFC8-4607-BE6C-9DDACE7A95F1}" type="presParOf" srcId="{4ECBF4D3-8402-43D6-A44F-BFB41F6DDEE6}" destId="{EE348512-0DEF-44CE-BFEF-C06B77D12899}" srcOrd="6" destOrd="0" presId="urn:microsoft.com/office/officeart/2008/layout/LinedList"/>
    <dgm:cxn modelId="{2D9433BC-4E4A-49D9-8F76-4135E687D6C1}" type="presParOf" srcId="{4ECBF4D3-8402-43D6-A44F-BFB41F6DDEE6}" destId="{3625D70F-4717-41DF-9FB4-F700682BF4D7}" srcOrd="7" destOrd="0" presId="urn:microsoft.com/office/officeart/2008/layout/LinedList"/>
    <dgm:cxn modelId="{DF7BA28B-989D-4304-8C28-7507E57F7F94}" type="presParOf" srcId="{3625D70F-4717-41DF-9FB4-F700682BF4D7}" destId="{FEFBA0B7-6D81-4D79-AA64-7E7205F6020E}" srcOrd="0" destOrd="0" presId="urn:microsoft.com/office/officeart/2008/layout/LinedList"/>
    <dgm:cxn modelId="{E7D61943-9061-4E99-BA8A-2090A990FBFA}" type="presParOf" srcId="{3625D70F-4717-41DF-9FB4-F700682BF4D7}" destId="{54FE9828-F29E-432F-803E-0EE00207D685}" srcOrd="1" destOrd="0" presId="urn:microsoft.com/office/officeart/2008/layout/LinedList"/>
    <dgm:cxn modelId="{5C8A0898-5A54-49F9-A84F-2A5A89B3EF06}" type="presParOf" srcId="{3625D70F-4717-41DF-9FB4-F700682BF4D7}" destId="{638CE1D8-0039-497A-AC68-38657D308079}" srcOrd="2" destOrd="0" presId="urn:microsoft.com/office/officeart/2008/layout/LinedList"/>
    <dgm:cxn modelId="{115BB768-3CD0-4411-80E4-3E122FB4DD4A}" type="presParOf" srcId="{4ECBF4D3-8402-43D6-A44F-BFB41F6DDEE6}" destId="{8B3A16A5-647A-485F-A66C-0C2D1B98E2B0}" srcOrd="8" destOrd="0" presId="urn:microsoft.com/office/officeart/2008/layout/LinedList"/>
    <dgm:cxn modelId="{DE0C32D7-9317-4F32-9A34-8797CBA02CE7}" type="presParOf" srcId="{4ECBF4D3-8402-43D6-A44F-BFB41F6DDEE6}" destId="{6892396B-5BAD-4E7A-993B-CCBA58958AFE}" srcOrd="9" destOrd="0" presId="urn:microsoft.com/office/officeart/2008/layout/LinedList"/>
    <dgm:cxn modelId="{92EE3ED4-AC03-4961-A717-7AC2D855F884}" type="presParOf" srcId="{4ECBF4D3-8402-43D6-A44F-BFB41F6DDEE6}" destId="{8C256998-6D10-46B4-992E-131721C55944}" srcOrd="10" destOrd="0" presId="urn:microsoft.com/office/officeart/2008/layout/LinedList"/>
    <dgm:cxn modelId="{266AE95A-69A7-4965-98C1-E5984CCCBA84}" type="presParOf" srcId="{8C256998-6D10-46B4-992E-131721C55944}" destId="{BDBE9DA0-A139-4B65-B870-B2C351ABA0AB}" srcOrd="0" destOrd="0" presId="urn:microsoft.com/office/officeart/2008/layout/LinedList"/>
    <dgm:cxn modelId="{A2C1BBE1-E2B8-4233-BB50-9B5005E1CCCC}" type="presParOf" srcId="{8C256998-6D10-46B4-992E-131721C55944}" destId="{C6AC622E-CAD0-469D-8376-C0D3622CA3BA}" srcOrd="1" destOrd="0" presId="urn:microsoft.com/office/officeart/2008/layout/LinedList"/>
    <dgm:cxn modelId="{1A7BB50F-2D52-492B-9544-6A126256321E}" type="presParOf" srcId="{8C256998-6D10-46B4-992E-131721C55944}" destId="{E4FC9653-1A3E-4E52-ACFA-AEF1B20A25FD}" srcOrd="2" destOrd="0" presId="urn:microsoft.com/office/officeart/2008/layout/LinedList"/>
    <dgm:cxn modelId="{11BD19CD-9E5B-480D-9035-C4371598C030}" type="presParOf" srcId="{4ECBF4D3-8402-43D6-A44F-BFB41F6DDEE6}" destId="{B581C678-AB76-419E-8CAB-827F16462BF2}" srcOrd="11" destOrd="0" presId="urn:microsoft.com/office/officeart/2008/layout/LinedList"/>
    <dgm:cxn modelId="{D7C8CAAC-8732-4438-A8D4-D78C6DF7685E}" type="presParOf" srcId="{4ECBF4D3-8402-43D6-A44F-BFB41F6DDEE6}" destId="{835067A1-5B5E-44B9-9995-0964AB0E6307}" srcOrd="12" destOrd="0" presId="urn:microsoft.com/office/officeart/2008/layout/LinedList"/>
    <dgm:cxn modelId="{3C528D65-2C9B-4C88-9C4A-1BA9128B2347}" type="presParOf" srcId="{4ECBF4D3-8402-43D6-A44F-BFB41F6DDEE6}" destId="{215181FF-AFF6-4B72-98DB-080F2551FEC2}" srcOrd="13" destOrd="0" presId="urn:microsoft.com/office/officeart/2008/layout/LinedList"/>
    <dgm:cxn modelId="{261A2EDB-F118-4C13-85D4-FCCA5F0F1280}" type="presParOf" srcId="{215181FF-AFF6-4B72-98DB-080F2551FEC2}" destId="{B45C22BE-10F8-425C-95F5-7160718D01FF}" srcOrd="0" destOrd="0" presId="urn:microsoft.com/office/officeart/2008/layout/LinedList"/>
    <dgm:cxn modelId="{4649BBF5-F2B1-4362-B3D2-8074C9501AFD}" type="presParOf" srcId="{215181FF-AFF6-4B72-98DB-080F2551FEC2}" destId="{421C79ED-04F0-4C00-BF08-BED675E8B310}" srcOrd="1" destOrd="0" presId="urn:microsoft.com/office/officeart/2008/layout/LinedList"/>
    <dgm:cxn modelId="{1B6DCCF9-3F58-4558-8398-3F836F84FD37}" type="presParOf" srcId="{215181FF-AFF6-4B72-98DB-080F2551FEC2}" destId="{4EDB8BC9-6C45-4FD7-8449-A7EC915F14AE}" srcOrd="2" destOrd="0" presId="urn:microsoft.com/office/officeart/2008/layout/LinedList"/>
    <dgm:cxn modelId="{5947ACEF-0D10-45F7-866C-0B90D6467302}" type="presParOf" srcId="{4ECBF4D3-8402-43D6-A44F-BFB41F6DDEE6}" destId="{D7BBD938-4A56-47AF-84A5-8F0C03A487CE}" srcOrd="14" destOrd="0" presId="urn:microsoft.com/office/officeart/2008/layout/LinedList"/>
    <dgm:cxn modelId="{DD67BD96-C24E-4449-B464-3768916A1E66}" type="presParOf" srcId="{4ECBF4D3-8402-43D6-A44F-BFB41F6DDEE6}" destId="{F08FE0CB-1497-4877-8803-C50EB3F9D368}" srcOrd="15" destOrd="0" presId="urn:microsoft.com/office/officeart/2008/layout/LinedList"/>
    <dgm:cxn modelId="{5ABC0864-53E9-4999-A617-1D739CDF5180}" type="presParOf" srcId="{4ECBF4D3-8402-43D6-A44F-BFB41F6DDEE6}" destId="{BF69A07D-6CF0-4CFB-A699-CA40FDED1C1D}" srcOrd="16" destOrd="0" presId="urn:microsoft.com/office/officeart/2008/layout/LinedList"/>
    <dgm:cxn modelId="{B5A38B5D-40D9-4940-9E00-AA8B9E258A97}" type="presParOf" srcId="{BF69A07D-6CF0-4CFB-A699-CA40FDED1C1D}" destId="{4C9665E5-74AF-4AE3-9150-F724376441AB}" srcOrd="0" destOrd="0" presId="urn:microsoft.com/office/officeart/2008/layout/LinedList"/>
    <dgm:cxn modelId="{1099641E-CA79-4675-9947-A109C1D36234}" type="presParOf" srcId="{BF69A07D-6CF0-4CFB-A699-CA40FDED1C1D}" destId="{8EC13A34-4169-4E57-86EA-BD19B079BACB}" srcOrd="1" destOrd="0" presId="urn:microsoft.com/office/officeart/2008/layout/LinedList"/>
    <dgm:cxn modelId="{AD3437F9-FA40-40A3-98A0-3D8EE9800073}" type="presParOf" srcId="{BF69A07D-6CF0-4CFB-A699-CA40FDED1C1D}" destId="{C6E5A18E-05A6-48DE-B417-B7711014CF98}" srcOrd="2" destOrd="0" presId="urn:microsoft.com/office/officeart/2008/layout/LinedList"/>
    <dgm:cxn modelId="{2E657F00-7C29-43DE-877F-6FB3D0BBC22B}" type="presParOf" srcId="{4ECBF4D3-8402-43D6-A44F-BFB41F6DDEE6}" destId="{214EBBEC-9D2E-4E40-946C-947AED37E1AF}" srcOrd="17" destOrd="0" presId="urn:microsoft.com/office/officeart/2008/layout/LinedList"/>
    <dgm:cxn modelId="{E2DCF44C-F0C1-43DC-A8E5-4F4B09788339}" type="presParOf" srcId="{4ECBF4D3-8402-43D6-A44F-BFB41F6DDEE6}" destId="{FA9A7F68-CD86-4410-B5F4-3C899D428FB8}" srcOrd="18" destOrd="0" presId="urn:microsoft.com/office/officeart/2008/layout/LinedList"/>
    <dgm:cxn modelId="{DBEA5503-B241-4331-9D1B-024EB950CFA2}" type="presParOf" srcId="{4ECBF4D3-8402-43D6-A44F-BFB41F6DDEE6}" destId="{109061E0-0EA2-4087-8770-73F2BA0FB09D}" srcOrd="19" destOrd="0" presId="urn:microsoft.com/office/officeart/2008/layout/LinedList"/>
    <dgm:cxn modelId="{F21B0D86-E6E3-466E-9C86-FDEDD520E6DC}" type="presParOf" srcId="{109061E0-0EA2-4087-8770-73F2BA0FB09D}" destId="{E4FF2E2C-7487-4CA3-87CC-24E2ECD5B834}" srcOrd="0" destOrd="0" presId="urn:microsoft.com/office/officeart/2008/layout/LinedList"/>
    <dgm:cxn modelId="{C852D0B0-9860-4338-9120-B5880B9389CF}" type="presParOf" srcId="{109061E0-0EA2-4087-8770-73F2BA0FB09D}" destId="{E8125ADE-3EEA-41B3-A196-AAD8F4781C7A}" srcOrd="1" destOrd="0" presId="urn:microsoft.com/office/officeart/2008/layout/LinedList"/>
    <dgm:cxn modelId="{B939506F-3F3A-4E3D-91E5-B3431D38AA1A}" type="presParOf" srcId="{109061E0-0EA2-4087-8770-73F2BA0FB09D}" destId="{A4CF9159-5118-4DFE-9E42-BEE0E0DEF634}" srcOrd="2" destOrd="0" presId="urn:microsoft.com/office/officeart/2008/layout/LinedList"/>
    <dgm:cxn modelId="{2DA08BF3-9D5E-4FA2-B8C0-EE81FCEABC06}" type="presParOf" srcId="{4ECBF4D3-8402-43D6-A44F-BFB41F6DDEE6}" destId="{AAA31D9D-D9AD-48BB-96D3-FC14D508DB12}" srcOrd="20" destOrd="0" presId="urn:microsoft.com/office/officeart/2008/layout/LinedList"/>
    <dgm:cxn modelId="{1E83E10E-3079-437B-AFBF-41C094133955}" type="presParOf" srcId="{4ECBF4D3-8402-43D6-A44F-BFB41F6DDEE6}" destId="{E206601F-88D7-4379-87A1-726FB8925C1B}" srcOrd="2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3794B5-AF7E-4D36-8B39-EFE253050A5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CC7343D-1CE4-4FA5-BFA5-2ACB1810E235}">
      <dgm:prSet/>
      <dgm:spPr/>
      <dgm:t>
        <a:bodyPr/>
        <a:lstStyle/>
        <a:p>
          <a:pPr>
            <a:lnSpc>
              <a:spcPct val="100000"/>
            </a:lnSpc>
          </a:pPr>
          <a:r>
            <a:rPr lang="en-US" baseline="0"/>
            <a:t>Centralize diverse banking data into a robust cloud warehouse.</a:t>
          </a:r>
        </a:p>
      </dgm:t>
    </dgm:pt>
    <dgm:pt modelId="{5842CAA1-80F1-4AED-814F-303E4D8D585F}" type="parTrans" cxnId="{A7068541-876C-4B21-BEC5-61607563FAAA}">
      <dgm:prSet/>
      <dgm:spPr/>
      <dgm:t>
        <a:bodyPr/>
        <a:lstStyle/>
        <a:p>
          <a:endParaRPr lang="en-US"/>
        </a:p>
      </dgm:t>
    </dgm:pt>
    <dgm:pt modelId="{658B6C7F-DFF3-4827-A937-9C33A7400A3D}" type="sibTrans" cxnId="{A7068541-876C-4B21-BEC5-61607563FAAA}">
      <dgm:prSet/>
      <dgm:spPr/>
      <dgm:t>
        <a:bodyPr/>
        <a:lstStyle/>
        <a:p>
          <a:endParaRPr lang="en-US"/>
        </a:p>
      </dgm:t>
    </dgm:pt>
    <dgm:pt modelId="{02E5BDAF-C2D3-425D-ABCC-9EBF916DB11A}">
      <dgm:prSet/>
      <dgm:spPr/>
      <dgm:t>
        <a:bodyPr/>
        <a:lstStyle/>
        <a:p>
          <a:pPr>
            <a:lnSpc>
              <a:spcPct val="100000"/>
            </a:lnSpc>
          </a:pPr>
          <a:r>
            <a:rPr lang="en-US" baseline="0"/>
            <a:t>Automate ETL pipelines for real-time, reliable data integration.</a:t>
          </a:r>
        </a:p>
      </dgm:t>
    </dgm:pt>
    <dgm:pt modelId="{6AAC022F-94F9-4FF7-9CDB-C8F37514C87C}" type="parTrans" cxnId="{3109EE96-7AFA-4BD0-A8FD-D60F2D779EEA}">
      <dgm:prSet/>
      <dgm:spPr/>
      <dgm:t>
        <a:bodyPr/>
        <a:lstStyle/>
        <a:p>
          <a:endParaRPr lang="en-US"/>
        </a:p>
      </dgm:t>
    </dgm:pt>
    <dgm:pt modelId="{44659B29-35F6-457F-8AEF-B643ED31AD94}" type="sibTrans" cxnId="{3109EE96-7AFA-4BD0-A8FD-D60F2D779EEA}">
      <dgm:prSet/>
      <dgm:spPr/>
      <dgm:t>
        <a:bodyPr/>
        <a:lstStyle/>
        <a:p>
          <a:endParaRPr lang="en-US"/>
        </a:p>
      </dgm:t>
    </dgm:pt>
    <dgm:pt modelId="{8C00EE0E-1267-4E35-8EC5-A3B3BACF3985}">
      <dgm:prSet/>
      <dgm:spPr/>
      <dgm:t>
        <a:bodyPr/>
        <a:lstStyle/>
        <a:p>
          <a:pPr>
            <a:lnSpc>
              <a:spcPct val="100000"/>
            </a:lnSpc>
          </a:pPr>
          <a:r>
            <a:rPr lang="en-US" baseline="0"/>
            <a:t>Develop credit risk scoring and segmentation.</a:t>
          </a:r>
        </a:p>
      </dgm:t>
    </dgm:pt>
    <dgm:pt modelId="{5DBD89AD-8D1B-4289-840E-0BAD9814A372}" type="parTrans" cxnId="{5246242A-11D3-44EB-9C3C-DB2F5057D2FC}">
      <dgm:prSet/>
      <dgm:spPr/>
      <dgm:t>
        <a:bodyPr/>
        <a:lstStyle/>
        <a:p>
          <a:endParaRPr lang="en-US"/>
        </a:p>
      </dgm:t>
    </dgm:pt>
    <dgm:pt modelId="{8E0FAF37-82A6-434E-8144-0D3921CE134B}" type="sibTrans" cxnId="{5246242A-11D3-44EB-9C3C-DB2F5057D2FC}">
      <dgm:prSet/>
      <dgm:spPr/>
      <dgm:t>
        <a:bodyPr/>
        <a:lstStyle/>
        <a:p>
          <a:endParaRPr lang="en-US"/>
        </a:p>
      </dgm:t>
    </dgm:pt>
    <dgm:pt modelId="{E5122587-D852-47A8-977B-9B2368188E2A}">
      <dgm:prSet/>
      <dgm:spPr/>
      <dgm:t>
        <a:bodyPr/>
        <a:lstStyle/>
        <a:p>
          <a:pPr>
            <a:lnSpc>
              <a:spcPct val="100000"/>
            </a:lnSpc>
          </a:pPr>
          <a:r>
            <a:rPr lang="en-US" baseline="0"/>
            <a:t>Deliver dynamic Tableau dashboards for stakeholder insights.</a:t>
          </a:r>
        </a:p>
      </dgm:t>
    </dgm:pt>
    <dgm:pt modelId="{7F0C58DC-8A09-4C06-8AEA-EE6C59FBACD5}" type="parTrans" cxnId="{85288683-9039-425B-82A2-17AB2CCE85FF}">
      <dgm:prSet/>
      <dgm:spPr/>
      <dgm:t>
        <a:bodyPr/>
        <a:lstStyle/>
        <a:p>
          <a:endParaRPr lang="en-US"/>
        </a:p>
      </dgm:t>
    </dgm:pt>
    <dgm:pt modelId="{27B6B51A-D0BF-4559-80AC-8867C2572B1F}" type="sibTrans" cxnId="{85288683-9039-425B-82A2-17AB2CCE85FF}">
      <dgm:prSet/>
      <dgm:spPr/>
      <dgm:t>
        <a:bodyPr/>
        <a:lstStyle/>
        <a:p>
          <a:endParaRPr lang="en-US"/>
        </a:p>
      </dgm:t>
    </dgm:pt>
    <dgm:pt modelId="{51229423-3668-4A34-8C0B-5F7FD6A351DB}">
      <dgm:prSet/>
      <dgm:spPr/>
      <dgm:t>
        <a:bodyPr/>
        <a:lstStyle/>
        <a:p>
          <a:pPr>
            <a:lnSpc>
              <a:spcPct val="100000"/>
            </a:lnSpc>
          </a:pPr>
          <a:r>
            <a:rPr lang="en-US" baseline="0"/>
            <a:t>Enhance data security and compliance with masking and audit controls.</a:t>
          </a:r>
        </a:p>
      </dgm:t>
    </dgm:pt>
    <dgm:pt modelId="{41C604C1-70F6-4342-B784-6CA59AE786B2}" type="parTrans" cxnId="{EB079C02-2D0B-445A-BF29-899DF984554B}">
      <dgm:prSet/>
      <dgm:spPr/>
      <dgm:t>
        <a:bodyPr/>
        <a:lstStyle/>
        <a:p>
          <a:endParaRPr lang="en-US"/>
        </a:p>
      </dgm:t>
    </dgm:pt>
    <dgm:pt modelId="{695A7755-EACC-4DD8-BDA2-4F986426902A}" type="sibTrans" cxnId="{EB079C02-2D0B-445A-BF29-899DF984554B}">
      <dgm:prSet/>
      <dgm:spPr/>
      <dgm:t>
        <a:bodyPr/>
        <a:lstStyle/>
        <a:p>
          <a:endParaRPr lang="en-US"/>
        </a:p>
      </dgm:t>
    </dgm:pt>
    <dgm:pt modelId="{E4004C5B-2082-4C64-9096-00E849FB1822}">
      <dgm:prSet/>
      <dgm:spPr/>
      <dgm:t>
        <a:bodyPr/>
        <a:lstStyle/>
        <a:p>
          <a:pPr>
            <a:lnSpc>
              <a:spcPct val="100000"/>
            </a:lnSpc>
          </a:pPr>
          <a:r>
            <a:rPr lang="en-US" baseline="0"/>
            <a:t>Build scalable, future-ready analytics architecture.</a:t>
          </a:r>
        </a:p>
      </dgm:t>
    </dgm:pt>
    <dgm:pt modelId="{F9A3AF9C-4BCF-44CA-B7E9-0D50641437EC}" type="parTrans" cxnId="{16B63913-E3E1-447B-8327-128E7D1B9216}">
      <dgm:prSet/>
      <dgm:spPr/>
      <dgm:t>
        <a:bodyPr/>
        <a:lstStyle/>
        <a:p>
          <a:endParaRPr lang="en-US"/>
        </a:p>
      </dgm:t>
    </dgm:pt>
    <dgm:pt modelId="{7A6EACE1-1D5F-4B45-87AD-5AB0CB53FDEC}" type="sibTrans" cxnId="{16B63913-E3E1-447B-8327-128E7D1B9216}">
      <dgm:prSet/>
      <dgm:spPr/>
      <dgm:t>
        <a:bodyPr/>
        <a:lstStyle/>
        <a:p>
          <a:endParaRPr lang="en-US"/>
        </a:p>
      </dgm:t>
    </dgm:pt>
    <dgm:pt modelId="{01D7BF99-F321-4DAD-AF27-44A9006FD0E0}" type="pres">
      <dgm:prSet presAssocID="{9F3794B5-AF7E-4D36-8B39-EFE253050A5B}" presName="root" presStyleCnt="0">
        <dgm:presLayoutVars>
          <dgm:dir/>
          <dgm:resizeHandles val="exact"/>
        </dgm:presLayoutVars>
      </dgm:prSet>
      <dgm:spPr/>
    </dgm:pt>
    <dgm:pt modelId="{FCFDD720-E7E2-4C52-8A2E-4096103FB1F5}" type="pres">
      <dgm:prSet presAssocID="{5CC7343D-1CE4-4FA5-BFA5-2ACB1810E235}" presName="compNode" presStyleCnt="0"/>
      <dgm:spPr/>
    </dgm:pt>
    <dgm:pt modelId="{5197FE67-CC65-4223-9E03-A485A69962E1}" type="pres">
      <dgm:prSet presAssocID="{5CC7343D-1CE4-4FA5-BFA5-2ACB1810E235}" presName="bgRect" presStyleLbl="bgShp" presStyleIdx="0" presStyleCnt="6"/>
      <dgm:spPr/>
    </dgm:pt>
    <dgm:pt modelId="{B91E8621-AD98-4569-95FF-742F9FAFF8FA}" type="pres">
      <dgm:prSet presAssocID="{5CC7343D-1CE4-4FA5-BFA5-2ACB1810E235}"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22A9F351-8A7A-4060-A5F3-F485494C68AE}" type="pres">
      <dgm:prSet presAssocID="{5CC7343D-1CE4-4FA5-BFA5-2ACB1810E235}" presName="spaceRect" presStyleCnt="0"/>
      <dgm:spPr/>
    </dgm:pt>
    <dgm:pt modelId="{604F0831-F498-4A52-96BD-6A756AAD71FC}" type="pres">
      <dgm:prSet presAssocID="{5CC7343D-1CE4-4FA5-BFA5-2ACB1810E235}" presName="parTx" presStyleLbl="revTx" presStyleIdx="0" presStyleCnt="6">
        <dgm:presLayoutVars>
          <dgm:chMax val="0"/>
          <dgm:chPref val="0"/>
        </dgm:presLayoutVars>
      </dgm:prSet>
      <dgm:spPr/>
    </dgm:pt>
    <dgm:pt modelId="{88357346-28A5-4C36-AC8E-76294E26035F}" type="pres">
      <dgm:prSet presAssocID="{658B6C7F-DFF3-4827-A937-9C33A7400A3D}" presName="sibTrans" presStyleCnt="0"/>
      <dgm:spPr/>
    </dgm:pt>
    <dgm:pt modelId="{7EF164F3-5050-491C-9214-F06B7029BDA4}" type="pres">
      <dgm:prSet presAssocID="{02E5BDAF-C2D3-425D-ABCC-9EBF916DB11A}" presName="compNode" presStyleCnt="0"/>
      <dgm:spPr/>
    </dgm:pt>
    <dgm:pt modelId="{A4EE131F-CD6A-4409-AD59-CE26620AEADC}" type="pres">
      <dgm:prSet presAssocID="{02E5BDAF-C2D3-425D-ABCC-9EBF916DB11A}" presName="bgRect" presStyleLbl="bgShp" presStyleIdx="1" presStyleCnt="6"/>
      <dgm:spPr/>
    </dgm:pt>
    <dgm:pt modelId="{9B56EF8D-0768-4960-9CAC-58714BDE3977}" type="pres">
      <dgm:prSet presAssocID="{02E5BDAF-C2D3-425D-ABCC-9EBF916DB11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376B720B-7110-4886-A674-2F29E008FD8D}" type="pres">
      <dgm:prSet presAssocID="{02E5BDAF-C2D3-425D-ABCC-9EBF916DB11A}" presName="spaceRect" presStyleCnt="0"/>
      <dgm:spPr/>
    </dgm:pt>
    <dgm:pt modelId="{4636263B-A9EE-40AD-9AC6-992FF1DF3A11}" type="pres">
      <dgm:prSet presAssocID="{02E5BDAF-C2D3-425D-ABCC-9EBF916DB11A}" presName="parTx" presStyleLbl="revTx" presStyleIdx="1" presStyleCnt="6">
        <dgm:presLayoutVars>
          <dgm:chMax val="0"/>
          <dgm:chPref val="0"/>
        </dgm:presLayoutVars>
      </dgm:prSet>
      <dgm:spPr/>
    </dgm:pt>
    <dgm:pt modelId="{8D22AE79-100E-4BB5-B7DA-4D17964AFF2B}" type="pres">
      <dgm:prSet presAssocID="{44659B29-35F6-457F-8AEF-B643ED31AD94}" presName="sibTrans" presStyleCnt="0"/>
      <dgm:spPr/>
    </dgm:pt>
    <dgm:pt modelId="{ADB40941-F983-4474-A3B8-5997616ED537}" type="pres">
      <dgm:prSet presAssocID="{8C00EE0E-1267-4E35-8EC5-A3B3BACF3985}" presName="compNode" presStyleCnt="0"/>
      <dgm:spPr/>
    </dgm:pt>
    <dgm:pt modelId="{D5C763C2-458E-4856-A16E-6FC4D7856191}" type="pres">
      <dgm:prSet presAssocID="{8C00EE0E-1267-4E35-8EC5-A3B3BACF3985}" presName="bgRect" presStyleLbl="bgShp" presStyleIdx="2" presStyleCnt="6"/>
      <dgm:spPr/>
    </dgm:pt>
    <dgm:pt modelId="{E013600F-14FF-450F-B0B2-AEAB54E6B836}" type="pres">
      <dgm:prSet presAssocID="{8C00EE0E-1267-4E35-8EC5-A3B3BACF398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5BF04E28-8C04-4FAD-9167-067C263E2181}" type="pres">
      <dgm:prSet presAssocID="{8C00EE0E-1267-4E35-8EC5-A3B3BACF3985}" presName="spaceRect" presStyleCnt="0"/>
      <dgm:spPr/>
    </dgm:pt>
    <dgm:pt modelId="{DF9A3CF4-29C3-4933-B47D-A769FBD95002}" type="pres">
      <dgm:prSet presAssocID="{8C00EE0E-1267-4E35-8EC5-A3B3BACF3985}" presName="parTx" presStyleLbl="revTx" presStyleIdx="2" presStyleCnt="6">
        <dgm:presLayoutVars>
          <dgm:chMax val="0"/>
          <dgm:chPref val="0"/>
        </dgm:presLayoutVars>
      </dgm:prSet>
      <dgm:spPr/>
    </dgm:pt>
    <dgm:pt modelId="{806559C0-0FE6-457A-AEE6-493C5087779B}" type="pres">
      <dgm:prSet presAssocID="{8E0FAF37-82A6-434E-8144-0D3921CE134B}" presName="sibTrans" presStyleCnt="0"/>
      <dgm:spPr/>
    </dgm:pt>
    <dgm:pt modelId="{54C8B0D9-8D7C-4BA8-85E0-40284601E737}" type="pres">
      <dgm:prSet presAssocID="{E5122587-D852-47A8-977B-9B2368188E2A}" presName="compNode" presStyleCnt="0"/>
      <dgm:spPr/>
    </dgm:pt>
    <dgm:pt modelId="{91571525-06D1-41D2-962D-1801225BA870}" type="pres">
      <dgm:prSet presAssocID="{E5122587-D852-47A8-977B-9B2368188E2A}" presName="bgRect" presStyleLbl="bgShp" presStyleIdx="3" presStyleCnt="6"/>
      <dgm:spPr/>
    </dgm:pt>
    <dgm:pt modelId="{979EE5E7-8DFB-4E9F-8A1D-09170DCFC2A0}" type="pres">
      <dgm:prSet presAssocID="{E5122587-D852-47A8-977B-9B2368188E2A}"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AE1C8658-AA1A-4D5C-B7A8-E8F1CB3A39E4}" type="pres">
      <dgm:prSet presAssocID="{E5122587-D852-47A8-977B-9B2368188E2A}" presName="spaceRect" presStyleCnt="0"/>
      <dgm:spPr/>
    </dgm:pt>
    <dgm:pt modelId="{47903E44-A94D-4306-BD4A-90774E9B7D56}" type="pres">
      <dgm:prSet presAssocID="{E5122587-D852-47A8-977B-9B2368188E2A}" presName="parTx" presStyleLbl="revTx" presStyleIdx="3" presStyleCnt="6">
        <dgm:presLayoutVars>
          <dgm:chMax val="0"/>
          <dgm:chPref val="0"/>
        </dgm:presLayoutVars>
      </dgm:prSet>
      <dgm:spPr/>
    </dgm:pt>
    <dgm:pt modelId="{965E0866-BE4C-48A2-BEDE-8A9FEA1B802F}" type="pres">
      <dgm:prSet presAssocID="{27B6B51A-D0BF-4559-80AC-8867C2572B1F}" presName="sibTrans" presStyleCnt="0"/>
      <dgm:spPr/>
    </dgm:pt>
    <dgm:pt modelId="{DC14C8CD-CFC3-45A2-88D9-A3B9F491A4FC}" type="pres">
      <dgm:prSet presAssocID="{51229423-3668-4A34-8C0B-5F7FD6A351DB}" presName="compNode" presStyleCnt="0"/>
      <dgm:spPr/>
    </dgm:pt>
    <dgm:pt modelId="{95B61EB0-597B-4DE4-814A-69BF2787F5F7}" type="pres">
      <dgm:prSet presAssocID="{51229423-3668-4A34-8C0B-5F7FD6A351DB}" presName="bgRect" presStyleLbl="bgShp" presStyleIdx="4" presStyleCnt="6"/>
      <dgm:spPr/>
    </dgm:pt>
    <dgm:pt modelId="{B3E649D7-B89C-44DF-BA5D-99EF748C190B}" type="pres">
      <dgm:prSet presAssocID="{51229423-3668-4A34-8C0B-5F7FD6A351D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arty Mask"/>
        </a:ext>
      </dgm:extLst>
    </dgm:pt>
    <dgm:pt modelId="{E657A305-6D3B-40B0-BA5D-7C6FBE1FF613}" type="pres">
      <dgm:prSet presAssocID="{51229423-3668-4A34-8C0B-5F7FD6A351DB}" presName="spaceRect" presStyleCnt="0"/>
      <dgm:spPr/>
    </dgm:pt>
    <dgm:pt modelId="{D82BE5ED-C554-4FBF-AD61-A9FCB6B929F1}" type="pres">
      <dgm:prSet presAssocID="{51229423-3668-4A34-8C0B-5F7FD6A351DB}" presName="parTx" presStyleLbl="revTx" presStyleIdx="4" presStyleCnt="6">
        <dgm:presLayoutVars>
          <dgm:chMax val="0"/>
          <dgm:chPref val="0"/>
        </dgm:presLayoutVars>
      </dgm:prSet>
      <dgm:spPr/>
    </dgm:pt>
    <dgm:pt modelId="{BAC4F3EE-D2CC-41E1-90FC-14A971BB1A07}" type="pres">
      <dgm:prSet presAssocID="{695A7755-EACC-4DD8-BDA2-4F986426902A}" presName="sibTrans" presStyleCnt="0"/>
      <dgm:spPr/>
    </dgm:pt>
    <dgm:pt modelId="{C0716633-A3EA-42DF-9B13-5BD58920F009}" type="pres">
      <dgm:prSet presAssocID="{E4004C5B-2082-4C64-9096-00E849FB1822}" presName="compNode" presStyleCnt="0"/>
      <dgm:spPr/>
    </dgm:pt>
    <dgm:pt modelId="{EF5F4423-B2C7-4DF3-8364-E04E5128F6D9}" type="pres">
      <dgm:prSet presAssocID="{E4004C5B-2082-4C64-9096-00E849FB1822}" presName="bgRect" presStyleLbl="bgShp" presStyleIdx="5" presStyleCnt="6"/>
      <dgm:spPr/>
    </dgm:pt>
    <dgm:pt modelId="{FF179EA3-4C17-42B6-9343-FA880B44F59E}" type="pres">
      <dgm:prSet presAssocID="{E4004C5B-2082-4C64-9096-00E849FB182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ears"/>
        </a:ext>
      </dgm:extLst>
    </dgm:pt>
    <dgm:pt modelId="{C3F415D8-FF06-4AB9-B8E5-B593FD2DA201}" type="pres">
      <dgm:prSet presAssocID="{E4004C5B-2082-4C64-9096-00E849FB1822}" presName="spaceRect" presStyleCnt="0"/>
      <dgm:spPr/>
    </dgm:pt>
    <dgm:pt modelId="{A76051C4-A59B-4DC5-A1B4-7BEA84031D07}" type="pres">
      <dgm:prSet presAssocID="{E4004C5B-2082-4C64-9096-00E849FB1822}" presName="parTx" presStyleLbl="revTx" presStyleIdx="5" presStyleCnt="6">
        <dgm:presLayoutVars>
          <dgm:chMax val="0"/>
          <dgm:chPref val="0"/>
        </dgm:presLayoutVars>
      </dgm:prSet>
      <dgm:spPr/>
    </dgm:pt>
  </dgm:ptLst>
  <dgm:cxnLst>
    <dgm:cxn modelId="{E04A5A02-4D4E-4BCA-95AD-E3BC848EC6D2}" type="presOf" srcId="{51229423-3668-4A34-8C0B-5F7FD6A351DB}" destId="{D82BE5ED-C554-4FBF-AD61-A9FCB6B929F1}" srcOrd="0" destOrd="0" presId="urn:microsoft.com/office/officeart/2018/2/layout/IconVerticalSolidList"/>
    <dgm:cxn modelId="{EB079C02-2D0B-445A-BF29-899DF984554B}" srcId="{9F3794B5-AF7E-4D36-8B39-EFE253050A5B}" destId="{51229423-3668-4A34-8C0B-5F7FD6A351DB}" srcOrd="4" destOrd="0" parTransId="{41C604C1-70F6-4342-B784-6CA59AE786B2}" sibTransId="{695A7755-EACC-4DD8-BDA2-4F986426902A}"/>
    <dgm:cxn modelId="{16B63913-E3E1-447B-8327-128E7D1B9216}" srcId="{9F3794B5-AF7E-4D36-8B39-EFE253050A5B}" destId="{E4004C5B-2082-4C64-9096-00E849FB1822}" srcOrd="5" destOrd="0" parTransId="{F9A3AF9C-4BCF-44CA-B7E9-0D50641437EC}" sibTransId="{7A6EACE1-1D5F-4B45-87AD-5AB0CB53FDEC}"/>
    <dgm:cxn modelId="{5246242A-11D3-44EB-9C3C-DB2F5057D2FC}" srcId="{9F3794B5-AF7E-4D36-8B39-EFE253050A5B}" destId="{8C00EE0E-1267-4E35-8EC5-A3B3BACF3985}" srcOrd="2" destOrd="0" parTransId="{5DBD89AD-8D1B-4289-840E-0BAD9814A372}" sibTransId="{8E0FAF37-82A6-434E-8144-0D3921CE134B}"/>
    <dgm:cxn modelId="{A7068541-876C-4B21-BEC5-61607563FAAA}" srcId="{9F3794B5-AF7E-4D36-8B39-EFE253050A5B}" destId="{5CC7343D-1CE4-4FA5-BFA5-2ACB1810E235}" srcOrd="0" destOrd="0" parTransId="{5842CAA1-80F1-4AED-814F-303E4D8D585F}" sibTransId="{658B6C7F-DFF3-4827-A937-9C33A7400A3D}"/>
    <dgm:cxn modelId="{85288683-9039-425B-82A2-17AB2CCE85FF}" srcId="{9F3794B5-AF7E-4D36-8B39-EFE253050A5B}" destId="{E5122587-D852-47A8-977B-9B2368188E2A}" srcOrd="3" destOrd="0" parTransId="{7F0C58DC-8A09-4C06-8AEA-EE6C59FBACD5}" sibTransId="{27B6B51A-D0BF-4559-80AC-8867C2572B1F}"/>
    <dgm:cxn modelId="{FDE20D91-C5E2-4315-8BCB-176F4941B7D4}" type="presOf" srcId="{E5122587-D852-47A8-977B-9B2368188E2A}" destId="{47903E44-A94D-4306-BD4A-90774E9B7D56}" srcOrd="0" destOrd="0" presId="urn:microsoft.com/office/officeart/2018/2/layout/IconVerticalSolidList"/>
    <dgm:cxn modelId="{A149E391-4995-489A-ADDC-5502B3FC1DAF}" type="presOf" srcId="{E4004C5B-2082-4C64-9096-00E849FB1822}" destId="{A76051C4-A59B-4DC5-A1B4-7BEA84031D07}" srcOrd="0" destOrd="0" presId="urn:microsoft.com/office/officeart/2018/2/layout/IconVerticalSolidList"/>
    <dgm:cxn modelId="{3109EE96-7AFA-4BD0-A8FD-D60F2D779EEA}" srcId="{9F3794B5-AF7E-4D36-8B39-EFE253050A5B}" destId="{02E5BDAF-C2D3-425D-ABCC-9EBF916DB11A}" srcOrd="1" destOrd="0" parTransId="{6AAC022F-94F9-4FF7-9CDB-C8F37514C87C}" sibTransId="{44659B29-35F6-457F-8AEF-B643ED31AD94}"/>
    <dgm:cxn modelId="{0A716F97-D323-4A3A-AB7C-87248E8C54A6}" type="presOf" srcId="{02E5BDAF-C2D3-425D-ABCC-9EBF916DB11A}" destId="{4636263B-A9EE-40AD-9AC6-992FF1DF3A11}" srcOrd="0" destOrd="0" presId="urn:microsoft.com/office/officeart/2018/2/layout/IconVerticalSolidList"/>
    <dgm:cxn modelId="{3B89FB9D-D3F4-401F-B25B-5F669D15EC14}" type="presOf" srcId="{9F3794B5-AF7E-4D36-8B39-EFE253050A5B}" destId="{01D7BF99-F321-4DAD-AF27-44A9006FD0E0}" srcOrd="0" destOrd="0" presId="urn:microsoft.com/office/officeart/2018/2/layout/IconVerticalSolidList"/>
    <dgm:cxn modelId="{B2C87EC0-69E4-4099-8C09-5293F0D76DFA}" type="presOf" srcId="{5CC7343D-1CE4-4FA5-BFA5-2ACB1810E235}" destId="{604F0831-F498-4A52-96BD-6A756AAD71FC}" srcOrd="0" destOrd="0" presId="urn:microsoft.com/office/officeart/2018/2/layout/IconVerticalSolidList"/>
    <dgm:cxn modelId="{D874E2CF-352D-4483-8E5A-F4F2FFE5EE71}" type="presOf" srcId="{8C00EE0E-1267-4E35-8EC5-A3B3BACF3985}" destId="{DF9A3CF4-29C3-4933-B47D-A769FBD95002}" srcOrd="0" destOrd="0" presId="urn:microsoft.com/office/officeart/2018/2/layout/IconVerticalSolidList"/>
    <dgm:cxn modelId="{A87EEAB6-7673-49F9-BA0F-78806D8DCD89}" type="presParOf" srcId="{01D7BF99-F321-4DAD-AF27-44A9006FD0E0}" destId="{FCFDD720-E7E2-4C52-8A2E-4096103FB1F5}" srcOrd="0" destOrd="0" presId="urn:microsoft.com/office/officeart/2018/2/layout/IconVerticalSolidList"/>
    <dgm:cxn modelId="{F4D7BD53-6A42-4C39-87CE-AB7AE6115E5B}" type="presParOf" srcId="{FCFDD720-E7E2-4C52-8A2E-4096103FB1F5}" destId="{5197FE67-CC65-4223-9E03-A485A69962E1}" srcOrd="0" destOrd="0" presId="urn:microsoft.com/office/officeart/2018/2/layout/IconVerticalSolidList"/>
    <dgm:cxn modelId="{453E0CCD-2EC1-49F7-8511-A03CAA2316BA}" type="presParOf" srcId="{FCFDD720-E7E2-4C52-8A2E-4096103FB1F5}" destId="{B91E8621-AD98-4569-95FF-742F9FAFF8FA}" srcOrd="1" destOrd="0" presId="urn:microsoft.com/office/officeart/2018/2/layout/IconVerticalSolidList"/>
    <dgm:cxn modelId="{6E4C0EB6-499E-42FC-84A1-A7E45A8E8907}" type="presParOf" srcId="{FCFDD720-E7E2-4C52-8A2E-4096103FB1F5}" destId="{22A9F351-8A7A-4060-A5F3-F485494C68AE}" srcOrd="2" destOrd="0" presId="urn:microsoft.com/office/officeart/2018/2/layout/IconVerticalSolidList"/>
    <dgm:cxn modelId="{7DB97F70-EE2A-4E10-A588-39203D0AF314}" type="presParOf" srcId="{FCFDD720-E7E2-4C52-8A2E-4096103FB1F5}" destId="{604F0831-F498-4A52-96BD-6A756AAD71FC}" srcOrd="3" destOrd="0" presId="urn:microsoft.com/office/officeart/2018/2/layout/IconVerticalSolidList"/>
    <dgm:cxn modelId="{DABC481B-9B81-434B-A0CE-177CE8CB4983}" type="presParOf" srcId="{01D7BF99-F321-4DAD-AF27-44A9006FD0E0}" destId="{88357346-28A5-4C36-AC8E-76294E26035F}" srcOrd="1" destOrd="0" presId="urn:microsoft.com/office/officeart/2018/2/layout/IconVerticalSolidList"/>
    <dgm:cxn modelId="{31464A91-36AB-42EE-9FA3-767C5B90D3E2}" type="presParOf" srcId="{01D7BF99-F321-4DAD-AF27-44A9006FD0E0}" destId="{7EF164F3-5050-491C-9214-F06B7029BDA4}" srcOrd="2" destOrd="0" presId="urn:microsoft.com/office/officeart/2018/2/layout/IconVerticalSolidList"/>
    <dgm:cxn modelId="{E807931B-3509-470A-8FF9-C8A91F6CA8A8}" type="presParOf" srcId="{7EF164F3-5050-491C-9214-F06B7029BDA4}" destId="{A4EE131F-CD6A-4409-AD59-CE26620AEADC}" srcOrd="0" destOrd="0" presId="urn:microsoft.com/office/officeart/2018/2/layout/IconVerticalSolidList"/>
    <dgm:cxn modelId="{42BDC667-88DF-4D58-A01A-6C887419ED6A}" type="presParOf" srcId="{7EF164F3-5050-491C-9214-F06B7029BDA4}" destId="{9B56EF8D-0768-4960-9CAC-58714BDE3977}" srcOrd="1" destOrd="0" presId="urn:microsoft.com/office/officeart/2018/2/layout/IconVerticalSolidList"/>
    <dgm:cxn modelId="{9E3BC239-76B9-4930-9EF5-CF1482B31A0C}" type="presParOf" srcId="{7EF164F3-5050-491C-9214-F06B7029BDA4}" destId="{376B720B-7110-4886-A674-2F29E008FD8D}" srcOrd="2" destOrd="0" presId="urn:microsoft.com/office/officeart/2018/2/layout/IconVerticalSolidList"/>
    <dgm:cxn modelId="{54F51558-0D27-4980-9AC4-A753AF462647}" type="presParOf" srcId="{7EF164F3-5050-491C-9214-F06B7029BDA4}" destId="{4636263B-A9EE-40AD-9AC6-992FF1DF3A11}" srcOrd="3" destOrd="0" presId="urn:microsoft.com/office/officeart/2018/2/layout/IconVerticalSolidList"/>
    <dgm:cxn modelId="{8C198A7B-2123-491D-A261-58ECDF5AA091}" type="presParOf" srcId="{01D7BF99-F321-4DAD-AF27-44A9006FD0E0}" destId="{8D22AE79-100E-4BB5-B7DA-4D17964AFF2B}" srcOrd="3" destOrd="0" presId="urn:microsoft.com/office/officeart/2018/2/layout/IconVerticalSolidList"/>
    <dgm:cxn modelId="{55543DC6-CB23-441A-A85E-FCC78FB0485E}" type="presParOf" srcId="{01D7BF99-F321-4DAD-AF27-44A9006FD0E0}" destId="{ADB40941-F983-4474-A3B8-5997616ED537}" srcOrd="4" destOrd="0" presId="urn:microsoft.com/office/officeart/2018/2/layout/IconVerticalSolidList"/>
    <dgm:cxn modelId="{544E3BAA-FA34-4EF9-AC31-9289BB64A74F}" type="presParOf" srcId="{ADB40941-F983-4474-A3B8-5997616ED537}" destId="{D5C763C2-458E-4856-A16E-6FC4D7856191}" srcOrd="0" destOrd="0" presId="urn:microsoft.com/office/officeart/2018/2/layout/IconVerticalSolidList"/>
    <dgm:cxn modelId="{85F75A0D-A570-480C-A71B-FA0F867149BF}" type="presParOf" srcId="{ADB40941-F983-4474-A3B8-5997616ED537}" destId="{E013600F-14FF-450F-B0B2-AEAB54E6B836}" srcOrd="1" destOrd="0" presId="urn:microsoft.com/office/officeart/2018/2/layout/IconVerticalSolidList"/>
    <dgm:cxn modelId="{097E4B2E-A30B-4F58-8004-178DD158B781}" type="presParOf" srcId="{ADB40941-F983-4474-A3B8-5997616ED537}" destId="{5BF04E28-8C04-4FAD-9167-067C263E2181}" srcOrd="2" destOrd="0" presId="urn:microsoft.com/office/officeart/2018/2/layout/IconVerticalSolidList"/>
    <dgm:cxn modelId="{B68B12CF-FDE6-48E0-AD6F-7BF65DF199F9}" type="presParOf" srcId="{ADB40941-F983-4474-A3B8-5997616ED537}" destId="{DF9A3CF4-29C3-4933-B47D-A769FBD95002}" srcOrd="3" destOrd="0" presId="urn:microsoft.com/office/officeart/2018/2/layout/IconVerticalSolidList"/>
    <dgm:cxn modelId="{4B02649C-9B80-481E-8918-9119AAE2A48D}" type="presParOf" srcId="{01D7BF99-F321-4DAD-AF27-44A9006FD0E0}" destId="{806559C0-0FE6-457A-AEE6-493C5087779B}" srcOrd="5" destOrd="0" presId="urn:microsoft.com/office/officeart/2018/2/layout/IconVerticalSolidList"/>
    <dgm:cxn modelId="{2B5EE784-4227-4801-9660-10CFA50E7D85}" type="presParOf" srcId="{01D7BF99-F321-4DAD-AF27-44A9006FD0E0}" destId="{54C8B0D9-8D7C-4BA8-85E0-40284601E737}" srcOrd="6" destOrd="0" presId="urn:microsoft.com/office/officeart/2018/2/layout/IconVerticalSolidList"/>
    <dgm:cxn modelId="{1A566245-FCE6-48D7-A836-0542558AF879}" type="presParOf" srcId="{54C8B0D9-8D7C-4BA8-85E0-40284601E737}" destId="{91571525-06D1-41D2-962D-1801225BA870}" srcOrd="0" destOrd="0" presId="urn:microsoft.com/office/officeart/2018/2/layout/IconVerticalSolidList"/>
    <dgm:cxn modelId="{FADAE604-45F6-4C6F-AB38-441399FA0D80}" type="presParOf" srcId="{54C8B0D9-8D7C-4BA8-85E0-40284601E737}" destId="{979EE5E7-8DFB-4E9F-8A1D-09170DCFC2A0}" srcOrd="1" destOrd="0" presId="urn:microsoft.com/office/officeart/2018/2/layout/IconVerticalSolidList"/>
    <dgm:cxn modelId="{F2457C35-3E36-4E2A-9D03-B43122CC7A3A}" type="presParOf" srcId="{54C8B0D9-8D7C-4BA8-85E0-40284601E737}" destId="{AE1C8658-AA1A-4D5C-B7A8-E8F1CB3A39E4}" srcOrd="2" destOrd="0" presId="urn:microsoft.com/office/officeart/2018/2/layout/IconVerticalSolidList"/>
    <dgm:cxn modelId="{FAA069FF-6799-40AA-B37E-0BEDC6CF0DC5}" type="presParOf" srcId="{54C8B0D9-8D7C-4BA8-85E0-40284601E737}" destId="{47903E44-A94D-4306-BD4A-90774E9B7D56}" srcOrd="3" destOrd="0" presId="urn:microsoft.com/office/officeart/2018/2/layout/IconVerticalSolidList"/>
    <dgm:cxn modelId="{B5845C58-D4BE-4F41-9CD4-436E0BAF1985}" type="presParOf" srcId="{01D7BF99-F321-4DAD-AF27-44A9006FD0E0}" destId="{965E0866-BE4C-48A2-BEDE-8A9FEA1B802F}" srcOrd="7" destOrd="0" presId="urn:microsoft.com/office/officeart/2018/2/layout/IconVerticalSolidList"/>
    <dgm:cxn modelId="{5D42C13C-86BC-48D5-8BE2-93F216341D0F}" type="presParOf" srcId="{01D7BF99-F321-4DAD-AF27-44A9006FD0E0}" destId="{DC14C8CD-CFC3-45A2-88D9-A3B9F491A4FC}" srcOrd="8" destOrd="0" presId="urn:microsoft.com/office/officeart/2018/2/layout/IconVerticalSolidList"/>
    <dgm:cxn modelId="{7E6F72EF-E19B-46DC-B909-BCBFCDF6ADD2}" type="presParOf" srcId="{DC14C8CD-CFC3-45A2-88D9-A3B9F491A4FC}" destId="{95B61EB0-597B-4DE4-814A-69BF2787F5F7}" srcOrd="0" destOrd="0" presId="urn:microsoft.com/office/officeart/2018/2/layout/IconVerticalSolidList"/>
    <dgm:cxn modelId="{4E9975FD-3DED-4030-B5C7-7F097F510142}" type="presParOf" srcId="{DC14C8CD-CFC3-45A2-88D9-A3B9F491A4FC}" destId="{B3E649D7-B89C-44DF-BA5D-99EF748C190B}" srcOrd="1" destOrd="0" presId="urn:microsoft.com/office/officeart/2018/2/layout/IconVerticalSolidList"/>
    <dgm:cxn modelId="{D137C05B-CD22-4DDF-8F62-729EF0C0E92F}" type="presParOf" srcId="{DC14C8CD-CFC3-45A2-88D9-A3B9F491A4FC}" destId="{E657A305-6D3B-40B0-BA5D-7C6FBE1FF613}" srcOrd="2" destOrd="0" presId="urn:microsoft.com/office/officeart/2018/2/layout/IconVerticalSolidList"/>
    <dgm:cxn modelId="{0DDDCE1A-DF12-4F88-9A10-91214B86567F}" type="presParOf" srcId="{DC14C8CD-CFC3-45A2-88D9-A3B9F491A4FC}" destId="{D82BE5ED-C554-4FBF-AD61-A9FCB6B929F1}" srcOrd="3" destOrd="0" presId="urn:microsoft.com/office/officeart/2018/2/layout/IconVerticalSolidList"/>
    <dgm:cxn modelId="{5C3D67E1-A62B-4E39-8B96-41C2F30805BF}" type="presParOf" srcId="{01D7BF99-F321-4DAD-AF27-44A9006FD0E0}" destId="{BAC4F3EE-D2CC-41E1-90FC-14A971BB1A07}" srcOrd="9" destOrd="0" presId="urn:microsoft.com/office/officeart/2018/2/layout/IconVerticalSolidList"/>
    <dgm:cxn modelId="{19550CDF-C651-4AB3-8822-DB8B54769AF4}" type="presParOf" srcId="{01D7BF99-F321-4DAD-AF27-44A9006FD0E0}" destId="{C0716633-A3EA-42DF-9B13-5BD58920F009}" srcOrd="10" destOrd="0" presId="urn:microsoft.com/office/officeart/2018/2/layout/IconVerticalSolidList"/>
    <dgm:cxn modelId="{8E74B2EF-D82D-40E1-9B98-543EF8FCAA37}" type="presParOf" srcId="{C0716633-A3EA-42DF-9B13-5BD58920F009}" destId="{EF5F4423-B2C7-4DF3-8364-E04E5128F6D9}" srcOrd="0" destOrd="0" presId="urn:microsoft.com/office/officeart/2018/2/layout/IconVerticalSolidList"/>
    <dgm:cxn modelId="{C70C25E1-8850-4DAF-B6CC-EFDF5A397979}" type="presParOf" srcId="{C0716633-A3EA-42DF-9B13-5BD58920F009}" destId="{FF179EA3-4C17-42B6-9343-FA880B44F59E}" srcOrd="1" destOrd="0" presId="urn:microsoft.com/office/officeart/2018/2/layout/IconVerticalSolidList"/>
    <dgm:cxn modelId="{9D0332DF-867D-411F-A029-7327B4927737}" type="presParOf" srcId="{C0716633-A3EA-42DF-9B13-5BD58920F009}" destId="{C3F415D8-FF06-4AB9-B8E5-B593FD2DA201}" srcOrd="2" destOrd="0" presId="urn:microsoft.com/office/officeart/2018/2/layout/IconVerticalSolidList"/>
    <dgm:cxn modelId="{48507B16-2A13-4028-9936-4912AFA2AF9A}" type="presParOf" srcId="{C0716633-A3EA-42DF-9B13-5BD58920F009}" destId="{A76051C4-A59B-4DC5-A1B4-7BEA84031D0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E93DB1-8010-4420-B781-4E1D147F7446}"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DB208757-EB83-4B2E-8215-8DC57DFB4478}">
      <dgm:prSet/>
      <dgm:spPr/>
      <dgm:t>
        <a:bodyPr/>
        <a:lstStyle/>
        <a:p>
          <a:pPr>
            <a:lnSpc>
              <a:spcPct val="100000"/>
            </a:lnSpc>
            <a:defRPr b="1"/>
          </a:pPr>
          <a:r>
            <a:rPr lang="en-US"/>
            <a:t>Data Volume</a:t>
          </a:r>
        </a:p>
      </dgm:t>
    </dgm:pt>
    <dgm:pt modelId="{7FB55702-4AB3-4C73-AB6D-435B9C5594E8}" type="parTrans" cxnId="{9C88FA57-B16C-4EE8-95A6-389AB4AA48B7}">
      <dgm:prSet/>
      <dgm:spPr/>
      <dgm:t>
        <a:bodyPr/>
        <a:lstStyle/>
        <a:p>
          <a:endParaRPr lang="en-US"/>
        </a:p>
      </dgm:t>
    </dgm:pt>
    <dgm:pt modelId="{DF77D9EE-BC09-4039-8D88-D993D5CB226E}" type="sibTrans" cxnId="{9C88FA57-B16C-4EE8-95A6-389AB4AA48B7}">
      <dgm:prSet/>
      <dgm:spPr/>
      <dgm:t>
        <a:bodyPr/>
        <a:lstStyle/>
        <a:p>
          <a:endParaRPr lang="en-US"/>
        </a:p>
      </dgm:t>
    </dgm:pt>
    <dgm:pt modelId="{19FC8D9D-8003-4AA6-8453-A5C60970493B}">
      <dgm:prSet/>
      <dgm:spPr/>
      <dgm:t>
        <a:bodyPr/>
        <a:lstStyle/>
        <a:p>
          <a:pPr>
            <a:lnSpc>
              <a:spcPct val="100000"/>
            </a:lnSpc>
          </a:pPr>
          <a:r>
            <a:rPr lang="en-US"/>
            <a:t>Database includes </a:t>
          </a:r>
          <a:r>
            <a:rPr lang="en-US">
              <a:latin typeface="Frutiger 45 bold"/>
            </a:rPr>
            <a:t>large volume of loan banking </a:t>
          </a:r>
          <a:r>
            <a:rPr lang="en-US" sz="1800" b="0">
              <a:latin typeface="Frutiger 45 bold"/>
            </a:rPr>
            <a:t>data</a:t>
          </a:r>
          <a:r>
            <a:rPr lang="en-US" sz="1800" b="0"/>
            <a:t>, covering several banking products and segments.​</a:t>
          </a:r>
          <a:endParaRPr lang="en-US">
            <a:latin typeface="Frutiger 45 bold"/>
          </a:endParaRPr>
        </a:p>
      </dgm:t>
    </dgm:pt>
    <dgm:pt modelId="{7E5BC316-034F-486D-A4D2-EF429CE44FFF}" type="parTrans" cxnId="{C0ACEF80-DEFF-4C04-B9EE-2B5734C1CFF1}">
      <dgm:prSet/>
      <dgm:spPr/>
      <dgm:t>
        <a:bodyPr/>
        <a:lstStyle/>
        <a:p>
          <a:endParaRPr lang="en-US"/>
        </a:p>
      </dgm:t>
    </dgm:pt>
    <dgm:pt modelId="{DBF0E620-0023-43EF-B002-5D554EEDE444}" type="sibTrans" cxnId="{C0ACEF80-DEFF-4C04-B9EE-2B5734C1CFF1}">
      <dgm:prSet/>
      <dgm:spPr/>
      <dgm:t>
        <a:bodyPr/>
        <a:lstStyle/>
        <a:p>
          <a:endParaRPr lang="en-US"/>
        </a:p>
      </dgm:t>
    </dgm:pt>
    <dgm:pt modelId="{EFA6345C-4257-49AB-B0E4-95F75EDD7133}">
      <dgm:prSet/>
      <dgm:spPr/>
      <dgm:t>
        <a:bodyPr/>
        <a:lstStyle/>
        <a:p>
          <a:pPr>
            <a:lnSpc>
              <a:spcPct val="100000"/>
            </a:lnSpc>
            <a:defRPr b="1"/>
          </a:pPr>
          <a:r>
            <a:rPr lang="en-US"/>
            <a:t>Portfolio Insights</a:t>
          </a:r>
        </a:p>
      </dgm:t>
    </dgm:pt>
    <dgm:pt modelId="{2E8B0702-2B0C-4995-822F-ACA30C7F8DB5}" type="parTrans" cxnId="{A008E4F3-F0EB-44E4-A056-ABA8CC5E4F3F}">
      <dgm:prSet/>
      <dgm:spPr/>
      <dgm:t>
        <a:bodyPr/>
        <a:lstStyle/>
        <a:p>
          <a:endParaRPr lang="en-US"/>
        </a:p>
      </dgm:t>
    </dgm:pt>
    <dgm:pt modelId="{A13DB41A-A73D-4C3A-AF0E-9D3D88F91BD3}" type="sibTrans" cxnId="{A008E4F3-F0EB-44E4-A056-ABA8CC5E4F3F}">
      <dgm:prSet/>
      <dgm:spPr/>
      <dgm:t>
        <a:bodyPr/>
        <a:lstStyle/>
        <a:p>
          <a:endParaRPr lang="en-US"/>
        </a:p>
      </dgm:t>
    </dgm:pt>
    <dgm:pt modelId="{40223B41-F56F-4800-9681-2CFB6A9F5D95}">
      <dgm:prSet/>
      <dgm:spPr/>
      <dgm:t>
        <a:bodyPr/>
        <a:lstStyle/>
        <a:p>
          <a:pPr>
            <a:lnSpc>
              <a:spcPct val="100000"/>
            </a:lnSpc>
          </a:pPr>
          <a:r>
            <a:rPr lang="en-US"/>
            <a:t>Provides origination amounts, interest rates (APR), risk ratings, tenure months, and detailed product-level attributes for rich credit analytics.</a:t>
          </a:r>
        </a:p>
      </dgm:t>
    </dgm:pt>
    <dgm:pt modelId="{7238F637-BA67-41B0-AB2D-46E137837212}" type="parTrans" cxnId="{DA5EA5ED-1F05-495C-9068-C25D01AADDC0}">
      <dgm:prSet/>
      <dgm:spPr/>
      <dgm:t>
        <a:bodyPr/>
        <a:lstStyle/>
        <a:p>
          <a:endParaRPr lang="en-US"/>
        </a:p>
      </dgm:t>
    </dgm:pt>
    <dgm:pt modelId="{9F438A14-91DC-4F78-8E94-6C125DAE9869}" type="sibTrans" cxnId="{DA5EA5ED-1F05-495C-9068-C25D01AADDC0}">
      <dgm:prSet/>
      <dgm:spPr/>
      <dgm:t>
        <a:bodyPr/>
        <a:lstStyle/>
        <a:p>
          <a:endParaRPr lang="en-US"/>
        </a:p>
      </dgm:t>
    </dgm:pt>
    <dgm:pt modelId="{42CBE545-7077-46FD-868E-268785F57267}">
      <dgm:prSet/>
      <dgm:spPr/>
      <dgm:t>
        <a:bodyPr/>
        <a:lstStyle/>
        <a:p>
          <a:pPr>
            <a:lnSpc>
              <a:spcPct val="100000"/>
            </a:lnSpc>
            <a:defRPr b="1"/>
          </a:pPr>
          <a:r>
            <a:rPr lang="en-US"/>
            <a:t>Customer Coverage</a:t>
          </a:r>
        </a:p>
      </dgm:t>
    </dgm:pt>
    <dgm:pt modelId="{CD1A31A6-3121-42F5-BFE4-274417688CB6}" type="parTrans" cxnId="{D734DA8F-338C-40B6-A3A5-A8545B4E1B23}">
      <dgm:prSet/>
      <dgm:spPr/>
      <dgm:t>
        <a:bodyPr/>
        <a:lstStyle/>
        <a:p>
          <a:endParaRPr lang="en-US"/>
        </a:p>
      </dgm:t>
    </dgm:pt>
    <dgm:pt modelId="{479B5C04-A27C-4E0B-B2BE-E3C060F4F230}" type="sibTrans" cxnId="{D734DA8F-338C-40B6-A3A5-A8545B4E1B23}">
      <dgm:prSet/>
      <dgm:spPr/>
      <dgm:t>
        <a:bodyPr/>
        <a:lstStyle/>
        <a:p>
          <a:endParaRPr lang="en-US"/>
        </a:p>
      </dgm:t>
    </dgm:pt>
    <dgm:pt modelId="{F58DF819-3F5B-4681-96E2-E36D7BE91761}">
      <dgm:prSet/>
      <dgm:spPr/>
      <dgm:t>
        <a:bodyPr/>
        <a:lstStyle/>
        <a:p>
          <a:pPr>
            <a:lnSpc>
              <a:spcPct val="100000"/>
            </a:lnSpc>
          </a:pPr>
          <a:r>
            <a:rPr lang="en-US"/>
            <a:t>Customers from diverse regions, including detailed demographics and complete loan repayment histories.</a:t>
          </a:r>
        </a:p>
      </dgm:t>
    </dgm:pt>
    <dgm:pt modelId="{7DF78C28-1ACB-48B1-9FD9-EB317699265E}" type="parTrans" cxnId="{59CCF7F1-BA8E-4AAE-A8D6-56BB90608F05}">
      <dgm:prSet/>
      <dgm:spPr/>
      <dgm:t>
        <a:bodyPr/>
        <a:lstStyle/>
        <a:p>
          <a:endParaRPr lang="en-US"/>
        </a:p>
      </dgm:t>
    </dgm:pt>
    <dgm:pt modelId="{167F8553-8581-4043-8FB5-B144326FB29E}" type="sibTrans" cxnId="{59CCF7F1-BA8E-4AAE-A8D6-56BB90608F05}">
      <dgm:prSet/>
      <dgm:spPr/>
      <dgm:t>
        <a:bodyPr/>
        <a:lstStyle/>
        <a:p>
          <a:endParaRPr lang="en-US"/>
        </a:p>
      </dgm:t>
    </dgm:pt>
    <dgm:pt modelId="{48A809EC-84CE-4270-9BB0-81CDE1337E1A}">
      <dgm:prSet/>
      <dgm:spPr/>
      <dgm:t>
        <a:bodyPr/>
        <a:lstStyle/>
        <a:p>
          <a:pPr>
            <a:lnSpc>
              <a:spcPct val="100000"/>
            </a:lnSpc>
            <a:defRPr b="1"/>
          </a:pPr>
          <a:r>
            <a:rPr lang="en-US"/>
            <a:t>Product Coverage</a:t>
          </a:r>
        </a:p>
      </dgm:t>
    </dgm:pt>
    <dgm:pt modelId="{B2344C31-1215-418B-B881-56A8142D18EF}" type="parTrans" cxnId="{1482CC23-F8DC-4B82-9235-CF31A672DB47}">
      <dgm:prSet/>
      <dgm:spPr/>
      <dgm:t>
        <a:bodyPr/>
        <a:lstStyle/>
        <a:p>
          <a:endParaRPr lang="en-US"/>
        </a:p>
      </dgm:t>
    </dgm:pt>
    <dgm:pt modelId="{87790105-61FD-495D-A13E-AE62B1804AD9}" type="sibTrans" cxnId="{1482CC23-F8DC-4B82-9235-CF31A672DB47}">
      <dgm:prSet/>
      <dgm:spPr/>
      <dgm:t>
        <a:bodyPr/>
        <a:lstStyle/>
        <a:p>
          <a:endParaRPr lang="en-US"/>
        </a:p>
      </dgm:t>
    </dgm:pt>
    <dgm:pt modelId="{4AA126F7-2286-4CF2-B15C-6BCD2AEB5719}">
      <dgm:prSet/>
      <dgm:spPr/>
      <dgm:t>
        <a:bodyPr/>
        <a:lstStyle/>
        <a:p>
          <a:pPr>
            <a:lnSpc>
              <a:spcPct val="100000"/>
            </a:lnSpc>
          </a:pPr>
          <a:r>
            <a:rPr lang="en-US"/>
            <a:t>Tracks the full loan lifecycle for all core banking offerings, allowing tenure estimation and risk segmentation for product-level analysis.</a:t>
          </a:r>
        </a:p>
      </dgm:t>
    </dgm:pt>
    <dgm:pt modelId="{23336705-8583-4B5C-AAB4-51EB00BC4C3F}" type="parTrans" cxnId="{9F56625E-341E-4C70-AA48-670C9C3CC04C}">
      <dgm:prSet/>
      <dgm:spPr/>
      <dgm:t>
        <a:bodyPr/>
        <a:lstStyle/>
        <a:p>
          <a:endParaRPr lang="en-US"/>
        </a:p>
      </dgm:t>
    </dgm:pt>
    <dgm:pt modelId="{ED0B8376-B6A4-4902-A6D7-227BF32315D5}" type="sibTrans" cxnId="{9F56625E-341E-4C70-AA48-670C9C3CC04C}">
      <dgm:prSet/>
      <dgm:spPr/>
      <dgm:t>
        <a:bodyPr/>
        <a:lstStyle/>
        <a:p>
          <a:endParaRPr lang="en-US"/>
        </a:p>
      </dgm:t>
    </dgm:pt>
    <dgm:pt modelId="{B0CF1005-D532-4D0F-9D63-EE60AFB43090}" type="pres">
      <dgm:prSet presAssocID="{CEE93DB1-8010-4420-B781-4E1D147F7446}" presName="root" presStyleCnt="0">
        <dgm:presLayoutVars>
          <dgm:dir/>
          <dgm:resizeHandles val="exact"/>
        </dgm:presLayoutVars>
      </dgm:prSet>
      <dgm:spPr/>
    </dgm:pt>
    <dgm:pt modelId="{A299BA12-F832-4733-A6B8-8E0A651369B2}" type="pres">
      <dgm:prSet presAssocID="{DB208757-EB83-4B2E-8215-8DC57DFB4478}" presName="compNode" presStyleCnt="0"/>
      <dgm:spPr/>
    </dgm:pt>
    <dgm:pt modelId="{56EEA2AF-4CA1-45E6-B017-5D4DA08CBE65}" type="pres">
      <dgm:prSet presAssocID="{DB208757-EB83-4B2E-8215-8DC57DFB447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F88BC30B-DF62-4BFD-ACD9-D742A2A9E895}" type="pres">
      <dgm:prSet presAssocID="{DB208757-EB83-4B2E-8215-8DC57DFB4478}" presName="iconSpace" presStyleCnt="0"/>
      <dgm:spPr/>
    </dgm:pt>
    <dgm:pt modelId="{BF32A79A-E791-43AA-AD8E-2EAFBAFA64A8}" type="pres">
      <dgm:prSet presAssocID="{DB208757-EB83-4B2E-8215-8DC57DFB4478}" presName="parTx" presStyleLbl="revTx" presStyleIdx="0" presStyleCnt="8">
        <dgm:presLayoutVars>
          <dgm:chMax val="0"/>
          <dgm:chPref val="0"/>
        </dgm:presLayoutVars>
      </dgm:prSet>
      <dgm:spPr/>
    </dgm:pt>
    <dgm:pt modelId="{E69BAED0-EBEA-4780-A832-6E7B9667C4D5}" type="pres">
      <dgm:prSet presAssocID="{DB208757-EB83-4B2E-8215-8DC57DFB4478}" presName="txSpace" presStyleCnt="0"/>
      <dgm:spPr/>
    </dgm:pt>
    <dgm:pt modelId="{7F466EF7-1217-4022-A713-65CB1E2F170D}" type="pres">
      <dgm:prSet presAssocID="{DB208757-EB83-4B2E-8215-8DC57DFB4478}" presName="desTx" presStyleLbl="revTx" presStyleIdx="1" presStyleCnt="8">
        <dgm:presLayoutVars/>
      </dgm:prSet>
      <dgm:spPr/>
    </dgm:pt>
    <dgm:pt modelId="{500E8492-E02E-4090-AC1C-BBB166FE1EEC}" type="pres">
      <dgm:prSet presAssocID="{DF77D9EE-BC09-4039-8D88-D993D5CB226E}" presName="sibTrans" presStyleCnt="0"/>
      <dgm:spPr/>
    </dgm:pt>
    <dgm:pt modelId="{03F89602-16AC-40BF-A014-1D73A3FE021A}" type="pres">
      <dgm:prSet presAssocID="{EFA6345C-4257-49AB-B0E4-95F75EDD7133}" presName="compNode" presStyleCnt="0"/>
      <dgm:spPr/>
    </dgm:pt>
    <dgm:pt modelId="{EA0741D6-1DA8-4DD3-AB65-0F09E7FC1630}" type="pres">
      <dgm:prSet presAssocID="{EFA6345C-4257-49AB-B0E4-95F75EDD713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t Air Balloon"/>
        </a:ext>
      </dgm:extLst>
    </dgm:pt>
    <dgm:pt modelId="{C8F93A9B-7F2D-4811-9E31-0226B6F96190}" type="pres">
      <dgm:prSet presAssocID="{EFA6345C-4257-49AB-B0E4-95F75EDD7133}" presName="iconSpace" presStyleCnt="0"/>
      <dgm:spPr/>
    </dgm:pt>
    <dgm:pt modelId="{5C2A0403-C848-4309-9D79-56047A50AFA8}" type="pres">
      <dgm:prSet presAssocID="{EFA6345C-4257-49AB-B0E4-95F75EDD7133}" presName="parTx" presStyleLbl="revTx" presStyleIdx="2" presStyleCnt="8">
        <dgm:presLayoutVars>
          <dgm:chMax val="0"/>
          <dgm:chPref val="0"/>
        </dgm:presLayoutVars>
      </dgm:prSet>
      <dgm:spPr/>
    </dgm:pt>
    <dgm:pt modelId="{52BCBDAF-5A6C-45AA-A5BA-A38FC96D2C1E}" type="pres">
      <dgm:prSet presAssocID="{EFA6345C-4257-49AB-B0E4-95F75EDD7133}" presName="txSpace" presStyleCnt="0"/>
      <dgm:spPr/>
    </dgm:pt>
    <dgm:pt modelId="{FE34699A-6B5C-44DC-9AE2-6169189BD90E}" type="pres">
      <dgm:prSet presAssocID="{EFA6345C-4257-49AB-B0E4-95F75EDD7133}" presName="desTx" presStyleLbl="revTx" presStyleIdx="3" presStyleCnt="8">
        <dgm:presLayoutVars/>
      </dgm:prSet>
      <dgm:spPr/>
    </dgm:pt>
    <dgm:pt modelId="{14495D26-5986-45B3-A9B8-70A28C10CA10}" type="pres">
      <dgm:prSet presAssocID="{A13DB41A-A73D-4C3A-AF0E-9D3D88F91BD3}" presName="sibTrans" presStyleCnt="0"/>
      <dgm:spPr/>
    </dgm:pt>
    <dgm:pt modelId="{FEB9DD2F-FD63-4607-91A8-53484748D71E}" type="pres">
      <dgm:prSet presAssocID="{42CBE545-7077-46FD-868E-268785F57267}" presName="compNode" presStyleCnt="0"/>
      <dgm:spPr/>
    </dgm:pt>
    <dgm:pt modelId="{FE8523B3-7F63-4F0D-8064-0376876F9437}" type="pres">
      <dgm:prSet presAssocID="{42CBE545-7077-46FD-868E-268785F5726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4B66A346-F23D-434C-B408-72F995679A3F}" type="pres">
      <dgm:prSet presAssocID="{42CBE545-7077-46FD-868E-268785F57267}" presName="iconSpace" presStyleCnt="0"/>
      <dgm:spPr/>
    </dgm:pt>
    <dgm:pt modelId="{76FF017A-B6D5-48BB-9E6D-F3B5C2EE6770}" type="pres">
      <dgm:prSet presAssocID="{42CBE545-7077-46FD-868E-268785F57267}" presName="parTx" presStyleLbl="revTx" presStyleIdx="4" presStyleCnt="8">
        <dgm:presLayoutVars>
          <dgm:chMax val="0"/>
          <dgm:chPref val="0"/>
        </dgm:presLayoutVars>
      </dgm:prSet>
      <dgm:spPr/>
    </dgm:pt>
    <dgm:pt modelId="{305A4C52-7B46-48CD-BA1E-405D1524898B}" type="pres">
      <dgm:prSet presAssocID="{42CBE545-7077-46FD-868E-268785F57267}" presName="txSpace" presStyleCnt="0"/>
      <dgm:spPr/>
    </dgm:pt>
    <dgm:pt modelId="{EB00FBC1-CB5B-4E5B-8209-6F0254C812F3}" type="pres">
      <dgm:prSet presAssocID="{42CBE545-7077-46FD-868E-268785F57267}" presName="desTx" presStyleLbl="revTx" presStyleIdx="5" presStyleCnt="8">
        <dgm:presLayoutVars/>
      </dgm:prSet>
      <dgm:spPr/>
    </dgm:pt>
    <dgm:pt modelId="{9783EE34-E6AE-45FF-BA7D-9F5659757A2A}" type="pres">
      <dgm:prSet presAssocID="{479B5C04-A27C-4E0B-B2BE-E3C060F4F230}" presName="sibTrans" presStyleCnt="0"/>
      <dgm:spPr/>
    </dgm:pt>
    <dgm:pt modelId="{3FADF9E6-DAD3-4CF5-90B1-2058C022DE7F}" type="pres">
      <dgm:prSet presAssocID="{48A809EC-84CE-4270-9BB0-81CDE1337E1A}" presName="compNode" presStyleCnt="0"/>
      <dgm:spPr/>
    </dgm:pt>
    <dgm:pt modelId="{EDDCC8D5-A239-4755-94D5-5940DE88CE54}" type="pres">
      <dgm:prSet presAssocID="{48A809EC-84CE-4270-9BB0-81CDE1337E1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urt"/>
        </a:ext>
      </dgm:extLst>
    </dgm:pt>
    <dgm:pt modelId="{B9CA2A6C-D47B-487D-8453-A5A5BD24A71F}" type="pres">
      <dgm:prSet presAssocID="{48A809EC-84CE-4270-9BB0-81CDE1337E1A}" presName="iconSpace" presStyleCnt="0"/>
      <dgm:spPr/>
    </dgm:pt>
    <dgm:pt modelId="{546F6967-FF8D-4229-BB56-607FEFDFF3A6}" type="pres">
      <dgm:prSet presAssocID="{48A809EC-84CE-4270-9BB0-81CDE1337E1A}" presName="parTx" presStyleLbl="revTx" presStyleIdx="6" presStyleCnt="8">
        <dgm:presLayoutVars>
          <dgm:chMax val="0"/>
          <dgm:chPref val="0"/>
        </dgm:presLayoutVars>
      </dgm:prSet>
      <dgm:spPr/>
    </dgm:pt>
    <dgm:pt modelId="{34DC626B-6E41-4E76-AD8A-5EB403701C49}" type="pres">
      <dgm:prSet presAssocID="{48A809EC-84CE-4270-9BB0-81CDE1337E1A}" presName="txSpace" presStyleCnt="0"/>
      <dgm:spPr/>
    </dgm:pt>
    <dgm:pt modelId="{055D3099-6DDA-4D49-9C73-34DC11452601}" type="pres">
      <dgm:prSet presAssocID="{48A809EC-84CE-4270-9BB0-81CDE1337E1A}" presName="desTx" presStyleLbl="revTx" presStyleIdx="7" presStyleCnt="8">
        <dgm:presLayoutVars/>
      </dgm:prSet>
      <dgm:spPr/>
    </dgm:pt>
  </dgm:ptLst>
  <dgm:cxnLst>
    <dgm:cxn modelId="{1482CC23-F8DC-4B82-9235-CF31A672DB47}" srcId="{CEE93DB1-8010-4420-B781-4E1D147F7446}" destId="{48A809EC-84CE-4270-9BB0-81CDE1337E1A}" srcOrd="3" destOrd="0" parTransId="{B2344C31-1215-418B-B881-56A8142D18EF}" sibTransId="{87790105-61FD-495D-A13E-AE62B1804AD9}"/>
    <dgm:cxn modelId="{190F6636-AE14-4F70-B945-18665D99018C}" type="presOf" srcId="{40223B41-F56F-4800-9681-2CFB6A9F5D95}" destId="{FE34699A-6B5C-44DC-9AE2-6169189BD90E}" srcOrd="0" destOrd="0" presId="urn:microsoft.com/office/officeart/2018/2/layout/IconLabelDescriptionList"/>
    <dgm:cxn modelId="{CA6DAE3E-08FF-4FCE-BD62-87D30180A65C}" type="presOf" srcId="{4AA126F7-2286-4CF2-B15C-6BCD2AEB5719}" destId="{055D3099-6DDA-4D49-9C73-34DC11452601}" srcOrd="0" destOrd="0" presId="urn:microsoft.com/office/officeart/2018/2/layout/IconLabelDescriptionList"/>
    <dgm:cxn modelId="{EDF0665D-1E85-49AC-AC0E-9EEAE987D550}" type="presOf" srcId="{CEE93DB1-8010-4420-B781-4E1D147F7446}" destId="{B0CF1005-D532-4D0F-9D63-EE60AFB43090}" srcOrd="0" destOrd="0" presId="urn:microsoft.com/office/officeart/2018/2/layout/IconLabelDescriptionList"/>
    <dgm:cxn modelId="{9F56625E-341E-4C70-AA48-670C9C3CC04C}" srcId="{48A809EC-84CE-4270-9BB0-81CDE1337E1A}" destId="{4AA126F7-2286-4CF2-B15C-6BCD2AEB5719}" srcOrd="0" destOrd="0" parTransId="{23336705-8583-4B5C-AAB4-51EB00BC4C3F}" sibTransId="{ED0B8376-B6A4-4902-A6D7-227BF32315D5}"/>
    <dgm:cxn modelId="{8BA6414A-709D-4A67-A49F-C537CC545434}" type="presOf" srcId="{F58DF819-3F5B-4681-96E2-E36D7BE91761}" destId="{EB00FBC1-CB5B-4E5B-8209-6F0254C812F3}" srcOrd="0" destOrd="0" presId="urn:microsoft.com/office/officeart/2018/2/layout/IconLabelDescriptionList"/>
    <dgm:cxn modelId="{574F184B-C65A-4E5F-A30B-59657E16721E}" type="presOf" srcId="{DB208757-EB83-4B2E-8215-8DC57DFB4478}" destId="{BF32A79A-E791-43AA-AD8E-2EAFBAFA64A8}" srcOrd="0" destOrd="0" presId="urn:microsoft.com/office/officeart/2018/2/layout/IconLabelDescriptionList"/>
    <dgm:cxn modelId="{9C88FA57-B16C-4EE8-95A6-389AB4AA48B7}" srcId="{CEE93DB1-8010-4420-B781-4E1D147F7446}" destId="{DB208757-EB83-4B2E-8215-8DC57DFB4478}" srcOrd="0" destOrd="0" parTransId="{7FB55702-4AB3-4C73-AB6D-435B9C5594E8}" sibTransId="{DF77D9EE-BC09-4039-8D88-D993D5CB226E}"/>
    <dgm:cxn modelId="{C0ACEF80-DEFF-4C04-B9EE-2B5734C1CFF1}" srcId="{DB208757-EB83-4B2E-8215-8DC57DFB4478}" destId="{19FC8D9D-8003-4AA6-8453-A5C60970493B}" srcOrd="0" destOrd="0" parTransId="{7E5BC316-034F-486D-A4D2-EF429CE44FFF}" sibTransId="{DBF0E620-0023-43EF-B002-5D554EEDE444}"/>
    <dgm:cxn modelId="{D734DA8F-338C-40B6-A3A5-A8545B4E1B23}" srcId="{CEE93DB1-8010-4420-B781-4E1D147F7446}" destId="{42CBE545-7077-46FD-868E-268785F57267}" srcOrd="2" destOrd="0" parTransId="{CD1A31A6-3121-42F5-BFE4-274417688CB6}" sibTransId="{479B5C04-A27C-4E0B-B2BE-E3C060F4F230}"/>
    <dgm:cxn modelId="{01D995A5-E499-4046-A58F-598A92AA4148}" type="presOf" srcId="{48A809EC-84CE-4270-9BB0-81CDE1337E1A}" destId="{546F6967-FF8D-4229-BB56-607FEFDFF3A6}" srcOrd="0" destOrd="0" presId="urn:microsoft.com/office/officeart/2018/2/layout/IconLabelDescriptionList"/>
    <dgm:cxn modelId="{38AA40AF-A7AA-4A35-8000-A0DE2B75EB16}" type="presOf" srcId="{19FC8D9D-8003-4AA6-8453-A5C60970493B}" destId="{7F466EF7-1217-4022-A713-65CB1E2F170D}" srcOrd="0" destOrd="0" presId="urn:microsoft.com/office/officeart/2018/2/layout/IconLabelDescriptionList"/>
    <dgm:cxn modelId="{EDE807B8-6C6C-430B-B922-454634ED9306}" type="presOf" srcId="{EFA6345C-4257-49AB-B0E4-95F75EDD7133}" destId="{5C2A0403-C848-4309-9D79-56047A50AFA8}" srcOrd="0" destOrd="0" presId="urn:microsoft.com/office/officeart/2018/2/layout/IconLabelDescriptionList"/>
    <dgm:cxn modelId="{408BB8C6-4524-4143-B6AE-096A2D6D5DF1}" type="presOf" srcId="{42CBE545-7077-46FD-868E-268785F57267}" destId="{76FF017A-B6D5-48BB-9E6D-F3B5C2EE6770}" srcOrd="0" destOrd="0" presId="urn:microsoft.com/office/officeart/2018/2/layout/IconLabelDescriptionList"/>
    <dgm:cxn modelId="{DA5EA5ED-1F05-495C-9068-C25D01AADDC0}" srcId="{EFA6345C-4257-49AB-B0E4-95F75EDD7133}" destId="{40223B41-F56F-4800-9681-2CFB6A9F5D95}" srcOrd="0" destOrd="0" parTransId="{7238F637-BA67-41B0-AB2D-46E137837212}" sibTransId="{9F438A14-91DC-4F78-8E94-6C125DAE9869}"/>
    <dgm:cxn modelId="{59CCF7F1-BA8E-4AAE-A8D6-56BB90608F05}" srcId="{42CBE545-7077-46FD-868E-268785F57267}" destId="{F58DF819-3F5B-4681-96E2-E36D7BE91761}" srcOrd="0" destOrd="0" parTransId="{7DF78C28-1ACB-48B1-9FD9-EB317699265E}" sibTransId="{167F8553-8581-4043-8FB5-B144326FB29E}"/>
    <dgm:cxn modelId="{A008E4F3-F0EB-44E4-A056-ABA8CC5E4F3F}" srcId="{CEE93DB1-8010-4420-B781-4E1D147F7446}" destId="{EFA6345C-4257-49AB-B0E4-95F75EDD7133}" srcOrd="1" destOrd="0" parTransId="{2E8B0702-2B0C-4995-822F-ACA30C7F8DB5}" sibTransId="{A13DB41A-A73D-4C3A-AF0E-9D3D88F91BD3}"/>
    <dgm:cxn modelId="{8887BE5A-8B27-465F-AFD0-ED41FC6ED25C}" type="presParOf" srcId="{B0CF1005-D532-4D0F-9D63-EE60AFB43090}" destId="{A299BA12-F832-4733-A6B8-8E0A651369B2}" srcOrd="0" destOrd="0" presId="urn:microsoft.com/office/officeart/2018/2/layout/IconLabelDescriptionList"/>
    <dgm:cxn modelId="{0BC2B56F-C04B-4D61-AD0D-02EC6597EEF3}" type="presParOf" srcId="{A299BA12-F832-4733-A6B8-8E0A651369B2}" destId="{56EEA2AF-4CA1-45E6-B017-5D4DA08CBE65}" srcOrd="0" destOrd="0" presId="urn:microsoft.com/office/officeart/2018/2/layout/IconLabelDescriptionList"/>
    <dgm:cxn modelId="{B15B0A65-52C8-4496-9C6B-61AD0ABC80D0}" type="presParOf" srcId="{A299BA12-F832-4733-A6B8-8E0A651369B2}" destId="{F88BC30B-DF62-4BFD-ACD9-D742A2A9E895}" srcOrd="1" destOrd="0" presId="urn:microsoft.com/office/officeart/2018/2/layout/IconLabelDescriptionList"/>
    <dgm:cxn modelId="{CB70F089-CAF5-4613-8D00-C10D94C1D5E6}" type="presParOf" srcId="{A299BA12-F832-4733-A6B8-8E0A651369B2}" destId="{BF32A79A-E791-43AA-AD8E-2EAFBAFA64A8}" srcOrd="2" destOrd="0" presId="urn:microsoft.com/office/officeart/2018/2/layout/IconLabelDescriptionList"/>
    <dgm:cxn modelId="{4E927BB5-8006-472F-B42D-EDC2EFE1A0F6}" type="presParOf" srcId="{A299BA12-F832-4733-A6B8-8E0A651369B2}" destId="{E69BAED0-EBEA-4780-A832-6E7B9667C4D5}" srcOrd="3" destOrd="0" presId="urn:microsoft.com/office/officeart/2018/2/layout/IconLabelDescriptionList"/>
    <dgm:cxn modelId="{625E5F9D-0704-4B60-BB60-603F79EF8D27}" type="presParOf" srcId="{A299BA12-F832-4733-A6B8-8E0A651369B2}" destId="{7F466EF7-1217-4022-A713-65CB1E2F170D}" srcOrd="4" destOrd="0" presId="urn:microsoft.com/office/officeart/2018/2/layout/IconLabelDescriptionList"/>
    <dgm:cxn modelId="{60604AB2-AE48-4B9F-9F8C-534B1CA4874C}" type="presParOf" srcId="{B0CF1005-D532-4D0F-9D63-EE60AFB43090}" destId="{500E8492-E02E-4090-AC1C-BBB166FE1EEC}" srcOrd="1" destOrd="0" presId="urn:microsoft.com/office/officeart/2018/2/layout/IconLabelDescriptionList"/>
    <dgm:cxn modelId="{DC3E5443-4F3D-42EE-BE26-5678E76748B2}" type="presParOf" srcId="{B0CF1005-D532-4D0F-9D63-EE60AFB43090}" destId="{03F89602-16AC-40BF-A014-1D73A3FE021A}" srcOrd="2" destOrd="0" presId="urn:microsoft.com/office/officeart/2018/2/layout/IconLabelDescriptionList"/>
    <dgm:cxn modelId="{312DDF67-D669-46C9-B6F7-C3D7C917113B}" type="presParOf" srcId="{03F89602-16AC-40BF-A014-1D73A3FE021A}" destId="{EA0741D6-1DA8-4DD3-AB65-0F09E7FC1630}" srcOrd="0" destOrd="0" presId="urn:microsoft.com/office/officeart/2018/2/layout/IconLabelDescriptionList"/>
    <dgm:cxn modelId="{C4590C37-05DC-41E8-B7BD-7C71400FAF10}" type="presParOf" srcId="{03F89602-16AC-40BF-A014-1D73A3FE021A}" destId="{C8F93A9B-7F2D-4811-9E31-0226B6F96190}" srcOrd="1" destOrd="0" presId="urn:microsoft.com/office/officeart/2018/2/layout/IconLabelDescriptionList"/>
    <dgm:cxn modelId="{8EDADEE5-00E3-4305-BBCF-B8139C093917}" type="presParOf" srcId="{03F89602-16AC-40BF-A014-1D73A3FE021A}" destId="{5C2A0403-C848-4309-9D79-56047A50AFA8}" srcOrd="2" destOrd="0" presId="urn:microsoft.com/office/officeart/2018/2/layout/IconLabelDescriptionList"/>
    <dgm:cxn modelId="{FE0DABA3-6F37-4018-8F8D-58F8C59940C5}" type="presParOf" srcId="{03F89602-16AC-40BF-A014-1D73A3FE021A}" destId="{52BCBDAF-5A6C-45AA-A5BA-A38FC96D2C1E}" srcOrd="3" destOrd="0" presId="urn:microsoft.com/office/officeart/2018/2/layout/IconLabelDescriptionList"/>
    <dgm:cxn modelId="{01831F37-CEC9-4AB6-A35C-242282E54D6B}" type="presParOf" srcId="{03F89602-16AC-40BF-A014-1D73A3FE021A}" destId="{FE34699A-6B5C-44DC-9AE2-6169189BD90E}" srcOrd="4" destOrd="0" presId="urn:microsoft.com/office/officeart/2018/2/layout/IconLabelDescriptionList"/>
    <dgm:cxn modelId="{6D542372-D949-4CA4-8A5F-8FEC180B2E04}" type="presParOf" srcId="{B0CF1005-D532-4D0F-9D63-EE60AFB43090}" destId="{14495D26-5986-45B3-A9B8-70A28C10CA10}" srcOrd="3" destOrd="0" presId="urn:microsoft.com/office/officeart/2018/2/layout/IconLabelDescriptionList"/>
    <dgm:cxn modelId="{BCF1613E-682F-42EA-B1C0-5EFB05111380}" type="presParOf" srcId="{B0CF1005-D532-4D0F-9D63-EE60AFB43090}" destId="{FEB9DD2F-FD63-4607-91A8-53484748D71E}" srcOrd="4" destOrd="0" presId="urn:microsoft.com/office/officeart/2018/2/layout/IconLabelDescriptionList"/>
    <dgm:cxn modelId="{0F459BE7-F64A-4C88-8ABF-CE1FDB1A1026}" type="presParOf" srcId="{FEB9DD2F-FD63-4607-91A8-53484748D71E}" destId="{FE8523B3-7F63-4F0D-8064-0376876F9437}" srcOrd="0" destOrd="0" presId="urn:microsoft.com/office/officeart/2018/2/layout/IconLabelDescriptionList"/>
    <dgm:cxn modelId="{A9C4B28A-E2D7-4D82-94C4-6E9CDF4D054D}" type="presParOf" srcId="{FEB9DD2F-FD63-4607-91A8-53484748D71E}" destId="{4B66A346-F23D-434C-B408-72F995679A3F}" srcOrd="1" destOrd="0" presId="urn:microsoft.com/office/officeart/2018/2/layout/IconLabelDescriptionList"/>
    <dgm:cxn modelId="{F1155925-2C77-435E-8CBD-30D5DBB6AAD8}" type="presParOf" srcId="{FEB9DD2F-FD63-4607-91A8-53484748D71E}" destId="{76FF017A-B6D5-48BB-9E6D-F3B5C2EE6770}" srcOrd="2" destOrd="0" presId="urn:microsoft.com/office/officeart/2018/2/layout/IconLabelDescriptionList"/>
    <dgm:cxn modelId="{0E2EDFD1-A02B-4551-A4E7-8D15AA01855E}" type="presParOf" srcId="{FEB9DD2F-FD63-4607-91A8-53484748D71E}" destId="{305A4C52-7B46-48CD-BA1E-405D1524898B}" srcOrd="3" destOrd="0" presId="urn:microsoft.com/office/officeart/2018/2/layout/IconLabelDescriptionList"/>
    <dgm:cxn modelId="{5B572153-864C-4630-9681-E4AFAA28A7F0}" type="presParOf" srcId="{FEB9DD2F-FD63-4607-91A8-53484748D71E}" destId="{EB00FBC1-CB5B-4E5B-8209-6F0254C812F3}" srcOrd="4" destOrd="0" presId="urn:microsoft.com/office/officeart/2018/2/layout/IconLabelDescriptionList"/>
    <dgm:cxn modelId="{6A5E470B-C7DB-49B7-939B-415AAD6825F1}" type="presParOf" srcId="{B0CF1005-D532-4D0F-9D63-EE60AFB43090}" destId="{9783EE34-E6AE-45FF-BA7D-9F5659757A2A}" srcOrd="5" destOrd="0" presId="urn:microsoft.com/office/officeart/2018/2/layout/IconLabelDescriptionList"/>
    <dgm:cxn modelId="{517E6E74-7D87-4617-9F8F-D0DA408FEB53}" type="presParOf" srcId="{B0CF1005-D532-4D0F-9D63-EE60AFB43090}" destId="{3FADF9E6-DAD3-4CF5-90B1-2058C022DE7F}" srcOrd="6" destOrd="0" presId="urn:microsoft.com/office/officeart/2018/2/layout/IconLabelDescriptionList"/>
    <dgm:cxn modelId="{40B9971F-D163-4408-AB4B-B5490B813F44}" type="presParOf" srcId="{3FADF9E6-DAD3-4CF5-90B1-2058C022DE7F}" destId="{EDDCC8D5-A239-4755-94D5-5940DE88CE54}" srcOrd="0" destOrd="0" presId="urn:microsoft.com/office/officeart/2018/2/layout/IconLabelDescriptionList"/>
    <dgm:cxn modelId="{837E62BD-3FFD-4C32-B9B9-DDDE0EC9E89B}" type="presParOf" srcId="{3FADF9E6-DAD3-4CF5-90B1-2058C022DE7F}" destId="{B9CA2A6C-D47B-487D-8453-A5A5BD24A71F}" srcOrd="1" destOrd="0" presId="urn:microsoft.com/office/officeart/2018/2/layout/IconLabelDescriptionList"/>
    <dgm:cxn modelId="{F674496C-0ECF-4558-8333-91D17EBB1FB5}" type="presParOf" srcId="{3FADF9E6-DAD3-4CF5-90B1-2058C022DE7F}" destId="{546F6967-FF8D-4229-BB56-607FEFDFF3A6}" srcOrd="2" destOrd="0" presId="urn:microsoft.com/office/officeart/2018/2/layout/IconLabelDescriptionList"/>
    <dgm:cxn modelId="{050D04C6-2FA8-4339-868B-86B87B282FAF}" type="presParOf" srcId="{3FADF9E6-DAD3-4CF5-90B1-2058C022DE7F}" destId="{34DC626B-6E41-4E76-AD8A-5EB403701C49}" srcOrd="3" destOrd="0" presId="urn:microsoft.com/office/officeart/2018/2/layout/IconLabelDescriptionList"/>
    <dgm:cxn modelId="{51E679C9-22F8-4443-A0F2-27E9013E3172}" type="presParOf" srcId="{3FADF9E6-DAD3-4CF5-90B1-2058C022DE7F}" destId="{055D3099-6DDA-4D49-9C73-34DC11452601}"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9ED1554-1151-4D27-A347-29902240033C}" type="doc">
      <dgm:prSet loTypeId="urn:microsoft.com/office/officeart/2005/8/layout/list1" loCatId="list" qsTypeId="urn:microsoft.com/office/officeart/2005/8/quickstyle/simple1" qsCatId="simple" csTypeId="urn:microsoft.com/office/officeart/2005/8/colors/accent2_2" csCatId="accent2"/>
      <dgm:spPr/>
      <dgm:t>
        <a:bodyPr/>
        <a:lstStyle/>
        <a:p>
          <a:endParaRPr lang="en-US"/>
        </a:p>
      </dgm:t>
    </dgm:pt>
    <dgm:pt modelId="{F983081E-542E-4E64-9FC2-E4032FEE9864}">
      <dgm:prSet custT="1"/>
      <dgm:spPr/>
      <dgm:t>
        <a:bodyPr/>
        <a:lstStyle/>
        <a:p>
          <a:r>
            <a:rPr lang="en-US" sz="1650" baseline="0"/>
            <a:t>customer_master:	</a:t>
          </a:r>
        </a:p>
      </dgm:t>
    </dgm:pt>
    <dgm:pt modelId="{68144F4B-9BB3-4568-8C69-80F167B56AAF}" type="parTrans" cxnId="{67B468EE-8A7F-4F08-A912-AB9030CA2E91}">
      <dgm:prSet/>
      <dgm:spPr/>
      <dgm:t>
        <a:bodyPr/>
        <a:lstStyle/>
        <a:p>
          <a:endParaRPr lang="en-US"/>
        </a:p>
      </dgm:t>
    </dgm:pt>
    <dgm:pt modelId="{72E47A74-5E43-4546-8A27-B582132B7D93}" type="sibTrans" cxnId="{67B468EE-8A7F-4F08-A912-AB9030CA2E91}">
      <dgm:prSet/>
      <dgm:spPr/>
      <dgm:t>
        <a:bodyPr/>
        <a:lstStyle/>
        <a:p>
          <a:endParaRPr lang="en-US"/>
        </a:p>
      </dgm:t>
    </dgm:pt>
    <dgm:pt modelId="{02D16389-E0ED-4671-BA92-347E6E96D559}">
      <dgm:prSet custT="1"/>
      <dgm:spPr/>
      <dgm:t>
        <a:bodyPr/>
        <a:lstStyle/>
        <a:p>
          <a:r>
            <a:rPr lang="en-US" sz="1650" baseline="0"/>
            <a:t>Stores details of bank customers including demographics and contact</a:t>
          </a:r>
        </a:p>
      </dgm:t>
    </dgm:pt>
    <dgm:pt modelId="{FDB9EB0B-7251-40E8-BB1A-D58DB50DF2AB}" type="parTrans" cxnId="{E501DC10-6543-4324-952F-7E8891B7DBDB}">
      <dgm:prSet/>
      <dgm:spPr/>
      <dgm:t>
        <a:bodyPr/>
        <a:lstStyle/>
        <a:p>
          <a:endParaRPr lang="en-US"/>
        </a:p>
      </dgm:t>
    </dgm:pt>
    <dgm:pt modelId="{BFC2FEE7-770A-4CB5-98DE-57894182FE4B}" type="sibTrans" cxnId="{E501DC10-6543-4324-952F-7E8891B7DBDB}">
      <dgm:prSet/>
      <dgm:spPr/>
      <dgm:t>
        <a:bodyPr/>
        <a:lstStyle/>
        <a:p>
          <a:endParaRPr lang="en-US"/>
        </a:p>
      </dgm:t>
    </dgm:pt>
    <dgm:pt modelId="{17D4C8F3-219A-4FA3-9FCE-C7E7AA4FD311}">
      <dgm:prSet custT="1"/>
      <dgm:spPr/>
      <dgm:t>
        <a:bodyPr/>
        <a:lstStyle/>
        <a:p>
          <a:r>
            <a:rPr lang="en-US" sz="1650" baseline="0" err="1"/>
            <a:t>loan_account</a:t>
          </a:r>
          <a:r>
            <a:rPr lang="en-US" sz="1650" baseline="0"/>
            <a:t>: </a:t>
          </a:r>
        </a:p>
      </dgm:t>
    </dgm:pt>
    <dgm:pt modelId="{1ADA5A96-B977-4ADE-8532-5AA665E941E9}" type="parTrans" cxnId="{3CB45635-F205-47BE-9F0E-2819A11A7D5D}">
      <dgm:prSet/>
      <dgm:spPr/>
      <dgm:t>
        <a:bodyPr/>
        <a:lstStyle/>
        <a:p>
          <a:endParaRPr lang="en-US"/>
        </a:p>
      </dgm:t>
    </dgm:pt>
    <dgm:pt modelId="{C4015611-00DB-4615-853C-B1205BDC9774}" type="sibTrans" cxnId="{3CB45635-F205-47BE-9F0E-2819A11A7D5D}">
      <dgm:prSet/>
      <dgm:spPr/>
      <dgm:t>
        <a:bodyPr/>
        <a:lstStyle/>
        <a:p>
          <a:endParaRPr lang="en-US"/>
        </a:p>
      </dgm:t>
    </dgm:pt>
    <dgm:pt modelId="{2A5B0B58-A075-459F-B6F1-FC2C9F9724A4}">
      <dgm:prSet custT="1"/>
      <dgm:spPr/>
      <dgm:t>
        <a:bodyPr/>
        <a:lstStyle/>
        <a:p>
          <a:r>
            <a:rPr lang="en-US" sz="1650" baseline="0"/>
            <a:t>Captures all loan account data for each customer</a:t>
          </a:r>
        </a:p>
      </dgm:t>
    </dgm:pt>
    <dgm:pt modelId="{D90FD711-58A7-4EED-B97D-EB91384E0DD4}" type="parTrans" cxnId="{9EFC8362-F685-4F0B-9D68-ABA5CE124659}">
      <dgm:prSet/>
      <dgm:spPr/>
      <dgm:t>
        <a:bodyPr/>
        <a:lstStyle/>
        <a:p>
          <a:endParaRPr lang="en-US"/>
        </a:p>
      </dgm:t>
    </dgm:pt>
    <dgm:pt modelId="{9EDE2813-D971-4A56-8DC5-75B0ED99797B}" type="sibTrans" cxnId="{9EFC8362-F685-4F0B-9D68-ABA5CE124659}">
      <dgm:prSet/>
      <dgm:spPr/>
      <dgm:t>
        <a:bodyPr/>
        <a:lstStyle/>
        <a:p>
          <a:endParaRPr lang="en-US"/>
        </a:p>
      </dgm:t>
    </dgm:pt>
    <dgm:pt modelId="{64D89CE0-CD0A-4558-BF39-D7EFFAAB729C}">
      <dgm:prSet custT="1"/>
      <dgm:spPr/>
      <dgm:t>
        <a:bodyPr/>
        <a:lstStyle/>
        <a:p>
          <a:r>
            <a:rPr lang="en-US" sz="1650" baseline="0"/>
            <a:t>collater_register: </a:t>
          </a:r>
        </a:p>
      </dgm:t>
    </dgm:pt>
    <dgm:pt modelId="{586A589B-C180-4477-AFE1-F2894BBD625B}" type="parTrans" cxnId="{E397502B-518C-43E7-BC6F-E8C33E73AE52}">
      <dgm:prSet/>
      <dgm:spPr/>
      <dgm:t>
        <a:bodyPr/>
        <a:lstStyle/>
        <a:p>
          <a:endParaRPr lang="en-US"/>
        </a:p>
      </dgm:t>
    </dgm:pt>
    <dgm:pt modelId="{81D25E41-7C9C-48AC-8979-52CB33E2FEA7}" type="sibTrans" cxnId="{E397502B-518C-43E7-BC6F-E8C33E73AE52}">
      <dgm:prSet/>
      <dgm:spPr/>
      <dgm:t>
        <a:bodyPr/>
        <a:lstStyle/>
        <a:p>
          <a:endParaRPr lang="en-US"/>
        </a:p>
      </dgm:t>
    </dgm:pt>
    <dgm:pt modelId="{924791FF-C907-43F8-80A0-CF5B26157E56}">
      <dgm:prSet custT="1"/>
      <dgm:spPr/>
      <dgm:t>
        <a:bodyPr/>
        <a:lstStyle/>
        <a:p>
          <a:r>
            <a:rPr lang="en-US" sz="1650" baseline="0"/>
            <a:t>Registers collateral assets linked to loan accounts</a:t>
          </a:r>
        </a:p>
      </dgm:t>
    </dgm:pt>
    <dgm:pt modelId="{EA4FD4BD-541A-4EC3-8DC4-F011223AEA19}" type="parTrans" cxnId="{DDBCF232-7443-4A56-A154-727467FC83A1}">
      <dgm:prSet/>
      <dgm:spPr/>
      <dgm:t>
        <a:bodyPr/>
        <a:lstStyle/>
        <a:p>
          <a:endParaRPr lang="en-US"/>
        </a:p>
      </dgm:t>
    </dgm:pt>
    <dgm:pt modelId="{15F13CDD-4E75-41C8-99BE-8550859D6AD1}" type="sibTrans" cxnId="{DDBCF232-7443-4A56-A154-727467FC83A1}">
      <dgm:prSet/>
      <dgm:spPr/>
      <dgm:t>
        <a:bodyPr/>
        <a:lstStyle/>
        <a:p>
          <a:endParaRPr lang="en-US"/>
        </a:p>
      </dgm:t>
    </dgm:pt>
    <dgm:pt modelId="{928C6439-EF68-4D1F-B896-5952D60EF5A7}">
      <dgm:prSet custT="1"/>
      <dgm:spPr/>
      <dgm:t>
        <a:bodyPr/>
        <a:lstStyle/>
        <a:p>
          <a:r>
            <a:rPr lang="en-US" sz="1650" baseline="0" err="1"/>
            <a:t>region_heriracy</a:t>
          </a:r>
          <a:r>
            <a:rPr lang="en-US" sz="1650" baseline="0"/>
            <a:t>:</a:t>
          </a:r>
        </a:p>
      </dgm:t>
    </dgm:pt>
    <dgm:pt modelId="{BEE09C47-6B7C-41D5-A5C0-F7E5516F7C39}" type="parTrans" cxnId="{667B89CD-E048-42F5-A125-A5E542AF2834}">
      <dgm:prSet/>
      <dgm:spPr/>
      <dgm:t>
        <a:bodyPr/>
        <a:lstStyle/>
        <a:p>
          <a:endParaRPr lang="en-US"/>
        </a:p>
      </dgm:t>
    </dgm:pt>
    <dgm:pt modelId="{38488F77-7878-4524-8852-E83222C442E2}" type="sibTrans" cxnId="{667B89CD-E048-42F5-A125-A5E542AF2834}">
      <dgm:prSet/>
      <dgm:spPr/>
      <dgm:t>
        <a:bodyPr/>
        <a:lstStyle/>
        <a:p>
          <a:endParaRPr lang="en-US"/>
        </a:p>
      </dgm:t>
    </dgm:pt>
    <dgm:pt modelId="{A38A0613-8E8C-4D59-BACB-FE0BD054587D}">
      <dgm:prSet custT="1"/>
      <dgm:spPr/>
      <dgm:t>
        <a:bodyPr/>
        <a:lstStyle/>
        <a:p>
          <a:r>
            <a:rPr lang="en-US" sz="1650" baseline="0"/>
            <a:t>Maintains geographic region hierarchy for branch/customer mapping</a:t>
          </a:r>
        </a:p>
      </dgm:t>
    </dgm:pt>
    <dgm:pt modelId="{877D439E-A688-4F49-9769-98C01DA64C5D}" type="parTrans" cxnId="{15F4D33F-5044-495B-AC6E-863B0403ECAC}">
      <dgm:prSet/>
      <dgm:spPr/>
      <dgm:t>
        <a:bodyPr/>
        <a:lstStyle/>
        <a:p>
          <a:endParaRPr lang="en-US"/>
        </a:p>
      </dgm:t>
    </dgm:pt>
    <dgm:pt modelId="{D4A959AB-00AC-4A05-97FB-8BFEB7FCF1E7}" type="sibTrans" cxnId="{15F4D33F-5044-495B-AC6E-863B0403ECAC}">
      <dgm:prSet/>
      <dgm:spPr/>
      <dgm:t>
        <a:bodyPr/>
        <a:lstStyle/>
        <a:p>
          <a:endParaRPr lang="en-US"/>
        </a:p>
      </dgm:t>
    </dgm:pt>
    <dgm:pt modelId="{E8E37B55-52DF-4EAE-9ABF-537784F1712E}">
      <dgm:prSet custT="1"/>
      <dgm:spPr/>
      <dgm:t>
        <a:bodyPr/>
        <a:lstStyle/>
        <a:p>
          <a:r>
            <a:rPr lang="en-US" sz="1650" baseline="0"/>
            <a:t>beaure_scores:</a:t>
          </a:r>
        </a:p>
      </dgm:t>
    </dgm:pt>
    <dgm:pt modelId="{82D7BD93-457E-47B6-A91D-364C74EC6958}" type="parTrans" cxnId="{65EE6FEC-1160-43B9-AB19-841F723F6B93}">
      <dgm:prSet/>
      <dgm:spPr/>
      <dgm:t>
        <a:bodyPr/>
        <a:lstStyle/>
        <a:p>
          <a:endParaRPr lang="en-US"/>
        </a:p>
      </dgm:t>
    </dgm:pt>
    <dgm:pt modelId="{56204E90-1D0F-4F33-A4CC-0D3CC4A16829}" type="sibTrans" cxnId="{65EE6FEC-1160-43B9-AB19-841F723F6B93}">
      <dgm:prSet/>
      <dgm:spPr/>
      <dgm:t>
        <a:bodyPr/>
        <a:lstStyle/>
        <a:p>
          <a:endParaRPr lang="en-US"/>
        </a:p>
      </dgm:t>
    </dgm:pt>
    <dgm:pt modelId="{1C511AAC-5460-4048-8556-C523B52D347E}">
      <dgm:prSet custT="1"/>
      <dgm:spPr/>
      <dgm:t>
        <a:bodyPr/>
        <a:lstStyle/>
        <a:p>
          <a:r>
            <a:rPr lang="en-US" sz="1650" baseline="0"/>
            <a:t>Contains third-party credit (bureau) scores for customer risk</a:t>
          </a:r>
        </a:p>
      </dgm:t>
    </dgm:pt>
    <dgm:pt modelId="{51B4A177-45D2-4127-B197-968CA1859BEE}" type="parTrans" cxnId="{CD79B88A-420D-4FB6-BF72-97A764E05205}">
      <dgm:prSet/>
      <dgm:spPr/>
      <dgm:t>
        <a:bodyPr/>
        <a:lstStyle/>
        <a:p>
          <a:endParaRPr lang="en-US"/>
        </a:p>
      </dgm:t>
    </dgm:pt>
    <dgm:pt modelId="{FE3AAF8F-6219-4D42-B05B-8F03E6EA0629}" type="sibTrans" cxnId="{CD79B88A-420D-4FB6-BF72-97A764E05205}">
      <dgm:prSet/>
      <dgm:spPr/>
      <dgm:t>
        <a:bodyPr/>
        <a:lstStyle/>
        <a:p>
          <a:endParaRPr lang="en-US"/>
        </a:p>
      </dgm:t>
    </dgm:pt>
    <dgm:pt modelId="{7E713B1D-EBAF-4FBC-9468-905BF980E897}">
      <dgm:prSet custT="1"/>
      <dgm:spPr/>
      <dgm:t>
        <a:bodyPr/>
        <a:lstStyle/>
        <a:p>
          <a:r>
            <a:rPr lang="en-US" sz="1650" baseline="0"/>
            <a:t>Collection _events : </a:t>
          </a:r>
        </a:p>
      </dgm:t>
    </dgm:pt>
    <dgm:pt modelId="{EBC98090-790E-4C4E-82A9-6743AF3B657E}" type="parTrans" cxnId="{DE32D938-E161-4823-88BA-CDB937211AFE}">
      <dgm:prSet/>
      <dgm:spPr/>
      <dgm:t>
        <a:bodyPr/>
        <a:lstStyle/>
        <a:p>
          <a:endParaRPr lang="en-US"/>
        </a:p>
      </dgm:t>
    </dgm:pt>
    <dgm:pt modelId="{C4EE218A-EB2F-4DDD-8DEB-1226F98BBBC1}" type="sibTrans" cxnId="{DE32D938-E161-4823-88BA-CDB937211AFE}">
      <dgm:prSet/>
      <dgm:spPr/>
      <dgm:t>
        <a:bodyPr/>
        <a:lstStyle/>
        <a:p>
          <a:endParaRPr lang="en-US"/>
        </a:p>
      </dgm:t>
    </dgm:pt>
    <dgm:pt modelId="{77D3853F-AF1F-4550-9870-B4135790353E}">
      <dgm:prSet custT="1"/>
      <dgm:spPr/>
      <dgm:t>
        <a:bodyPr/>
        <a:lstStyle/>
        <a:p>
          <a:r>
            <a:rPr lang="en-US" sz="1650" baseline="0"/>
            <a:t>events related to the collection and recovery process for overdue or at-risk loans.</a:t>
          </a:r>
        </a:p>
      </dgm:t>
    </dgm:pt>
    <dgm:pt modelId="{87938BDC-6D20-42A5-BFE7-0B00418BED5D}" type="parTrans" cxnId="{AD9538D1-FF1F-41CA-ABD8-1331DB079B3B}">
      <dgm:prSet/>
      <dgm:spPr/>
      <dgm:t>
        <a:bodyPr/>
        <a:lstStyle/>
        <a:p>
          <a:endParaRPr lang="en-US"/>
        </a:p>
      </dgm:t>
    </dgm:pt>
    <dgm:pt modelId="{B7CA254F-A818-452C-BBFA-6AAB8D843820}" type="sibTrans" cxnId="{AD9538D1-FF1F-41CA-ABD8-1331DB079B3B}">
      <dgm:prSet/>
      <dgm:spPr/>
      <dgm:t>
        <a:bodyPr/>
        <a:lstStyle/>
        <a:p>
          <a:endParaRPr lang="en-US"/>
        </a:p>
      </dgm:t>
    </dgm:pt>
    <dgm:pt modelId="{E18198F9-7A5A-4E05-ADEA-A0E8ED91EF16}" type="pres">
      <dgm:prSet presAssocID="{C9ED1554-1151-4D27-A347-29902240033C}" presName="linear" presStyleCnt="0">
        <dgm:presLayoutVars>
          <dgm:dir/>
          <dgm:animLvl val="lvl"/>
          <dgm:resizeHandles val="exact"/>
        </dgm:presLayoutVars>
      </dgm:prSet>
      <dgm:spPr/>
    </dgm:pt>
    <dgm:pt modelId="{F8FDB385-E6B0-4AF1-8B5D-C36F91EC495C}" type="pres">
      <dgm:prSet presAssocID="{F983081E-542E-4E64-9FC2-E4032FEE9864}" presName="parentLin" presStyleCnt="0"/>
      <dgm:spPr/>
    </dgm:pt>
    <dgm:pt modelId="{12A362E0-D3CD-44F9-9A64-680C87C60A9A}" type="pres">
      <dgm:prSet presAssocID="{F983081E-542E-4E64-9FC2-E4032FEE9864}" presName="parentLeftMargin" presStyleLbl="node1" presStyleIdx="0" presStyleCnt="6"/>
      <dgm:spPr/>
    </dgm:pt>
    <dgm:pt modelId="{DB46F4A8-3DC8-49B3-BB9D-36BB4B77CD02}" type="pres">
      <dgm:prSet presAssocID="{F983081E-542E-4E64-9FC2-E4032FEE9864}" presName="parentText" presStyleLbl="node1" presStyleIdx="0" presStyleCnt="6">
        <dgm:presLayoutVars>
          <dgm:chMax val="0"/>
          <dgm:bulletEnabled val="1"/>
        </dgm:presLayoutVars>
      </dgm:prSet>
      <dgm:spPr/>
    </dgm:pt>
    <dgm:pt modelId="{021DA245-B723-412A-BABF-CBA56E760D9F}" type="pres">
      <dgm:prSet presAssocID="{F983081E-542E-4E64-9FC2-E4032FEE9864}" presName="negativeSpace" presStyleCnt="0"/>
      <dgm:spPr/>
    </dgm:pt>
    <dgm:pt modelId="{20D53F2F-F9DB-45AC-AAEC-130872587A9E}" type="pres">
      <dgm:prSet presAssocID="{F983081E-542E-4E64-9FC2-E4032FEE9864}" presName="childText" presStyleLbl="conFgAcc1" presStyleIdx="0" presStyleCnt="6">
        <dgm:presLayoutVars>
          <dgm:bulletEnabled val="1"/>
        </dgm:presLayoutVars>
      </dgm:prSet>
      <dgm:spPr/>
    </dgm:pt>
    <dgm:pt modelId="{E44C8D43-A88E-4F3C-8FE1-4A18BE2DBE71}" type="pres">
      <dgm:prSet presAssocID="{72E47A74-5E43-4546-8A27-B582132B7D93}" presName="spaceBetweenRectangles" presStyleCnt="0"/>
      <dgm:spPr/>
    </dgm:pt>
    <dgm:pt modelId="{13179FEB-D6A3-4375-84AF-5397D3ECF447}" type="pres">
      <dgm:prSet presAssocID="{17D4C8F3-219A-4FA3-9FCE-C7E7AA4FD311}" presName="parentLin" presStyleCnt="0"/>
      <dgm:spPr/>
    </dgm:pt>
    <dgm:pt modelId="{918D2F90-C186-4581-ADF0-4D807C0A6E31}" type="pres">
      <dgm:prSet presAssocID="{17D4C8F3-219A-4FA3-9FCE-C7E7AA4FD311}" presName="parentLeftMargin" presStyleLbl="node1" presStyleIdx="0" presStyleCnt="6"/>
      <dgm:spPr/>
    </dgm:pt>
    <dgm:pt modelId="{39492A5E-6F4F-4B07-97AB-DFC168CED20C}" type="pres">
      <dgm:prSet presAssocID="{17D4C8F3-219A-4FA3-9FCE-C7E7AA4FD311}" presName="parentText" presStyleLbl="node1" presStyleIdx="1" presStyleCnt="6">
        <dgm:presLayoutVars>
          <dgm:chMax val="0"/>
          <dgm:bulletEnabled val="1"/>
        </dgm:presLayoutVars>
      </dgm:prSet>
      <dgm:spPr/>
    </dgm:pt>
    <dgm:pt modelId="{C58B973E-B422-4192-910E-32183639FF91}" type="pres">
      <dgm:prSet presAssocID="{17D4C8F3-219A-4FA3-9FCE-C7E7AA4FD311}" presName="negativeSpace" presStyleCnt="0"/>
      <dgm:spPr/>
    </dgm:pt>
    <dgm:pt modelId="{59C293FA-D6E7-4CC0-90C0-6F158415B9B9}" type="pres">
      <dgm:prSet presAssocID="{17D4C8F3-219A-4FA3-9FCE-C7E7AA4FD311}" presName="childText" presStyleLbl="conFgAcc1" presStyleIdx="1" presStyleCnt="6">
        <dgm:presLayoutVars>
          <dgm:bulletEnabled val="1"/>
        </dgm:presLayoutVars>
      </dgm:prSet>
      <dgm:spPr/>
    </dgm:pt>
    <dgm:pt modelId="{AE71CAF4-7B45-447A-839E-78B935DF7B70}" type="pres">
      <dgm:prSet presAssocID="{C4015611-00DB-4615-853C-B1205BDC9774}" presName="spaceBetweenRectangles" presStyleCnt="0"/>
      <dgm:spPr/>
    </dgm:pt>
    <dgm:pt modelId="{ED2C0A52-C541-42C5-A2C7-898847D2A506}" type="pres">
      <dgm:prSet presAssocID="{64D89CE0-CD0A-4558-BF39-D7EFFAAB729C}" presName="parentLin" presStyleCnt="0"/>
      <dgm:spPr/>
    </dgm:pt>
    <dgm:pt modelId="{95609BD6-2836-453F-B70F-F039C34F2760}" type="pres">
      <dgm:prSet presAssocID="{64D89CE0-CD0A-4558-BF39-D7EFFAAB729C}" presName="parentLeftMargin" presStyleLbl="node1" presStyleIdx="1" presStyleCnt="6"/>
      <dgm:spPr/>
    </dgm:pt>
    <dgm:pt modelId="{EDB230C4-71C1-443F-8BE3-19722D04E854}" type="pres">
      <dgm:prSet presAssocID="{64D89CE0-CD0A-4558-BF39-D7EFFAAB729C}" presName="parentText" presStyleLbl="node1" presStyleIdx="2" presStyleCnt="6">
        <dgm:presLayoutVars>
          <dgm:chMax val="0"/>
          <dgm:bulletEnabled val="1"/>
        </dgm:presLayoutVars>
      </dgm:prSet>
      <dgm:spPr/>
    </dgm:pt>
    <dgm:pt modelId="{E40FDB9E-99FC-4788-A570-BF4B3FCEBF1E}" type="pres">
      <dgm:prSet presAssocID="{64D89CE0-CD0A-4558-BF39-D7EFFAAB729C}" presName="negativeSpace" presStyleCnt="0"/>
      <dgm:spPr/>
    </dgm:pt>
    <dgm:pt modelId="{CEF3225D-418D-4E67-B4D8-E749A34A08A7}" type="pres">
      <dgm:prSet presAssocID="{64D89CE0-CD0A-4558-BF39-D7EFFAAB729C}" presName="childText" presStyleLbl="conFgAcc1" presStyleIdx="2" presStyleCnt="6">
        <dgm:presLayoutVars>
          <dgm:bulletEnabled val="1"/>
        </dgm:presLayoutVars>
      </dgm:prSet>
      <dgm:spPr/>
    </dgm:pt>
    <dgm:pt modelId="{F03917BB-B1B0-4005-A6A7-A8C561BF0CA4}" type="pres">
      <dgm:prSet presAssocID="{81D25E41-7C9C-48AC-8979-52CB33E2FEA7}" presName="spaceBetweenRectangles" presStyleCnt="0"/>
      <dgm:spPr/>
    </dgm:pt>
    <dgm:pt modelId="{DEF861C1-CDAF-4A0C-8886-23C5291DAEF3}" type="pres">
      <dgm:prSet presAssocID="{928C6439-EF68-4D1F-B896-5952D60EF5A7}" presName="parentLin" presStyleCnt="0"/>
      <dgm:spPr/>
    </dgm:pt>
    <dgm:pt modelId="{7A5AE566-D340-4DD5-AA64-C2F25B92D326}" type="pres">
      <dgm:prSet presAssocID="{928C6439-EF68-4D1F-B896-5952D60EF5A7}" presName="parentLeftMargin" presStyleLbl="node1" presStyleIdx="2" presStyleCnt="6"/>
      <dgm:spPr/>
    </dgm:pt>
    <dgm:pt modelId="{241F54CB-F95D-441E-AB71-F86928A84814}" type="pres">
      <dgm:prSet presAssocID="{928C6439-EF68-4D1F-B896-5952D60EF5A7}" presName="parentText" presStyleLbl="node1" presStyleIdx="3" presStyleCnt="6">
        <dgm:presLayoutVars>
          <dgm:chMax val="0"/>
          <dgm:bulletEnabled val="1"/>
        </dgm:presLayoutVars>
      </dgm:prSet>
      <dgm:spPr/>
    </dgm:pt>
    <dgm:pt modelId="{4E63CF92-0F87-4991-BEAB-C60799411F61}" type="pres">
      <dgm:prSet presAssocID="{928C6439-EF68-4D1F-B896-5952D60EF5A7}" presName="negativeSpace" presStyleCnt="0"/>
      <dgm:spPr/>
    </dgm:pt>
    <dgm:pt modelId="{B3D0172D-C457-44E4-912B-CB913470FF27}" type="pres">
      <dgm:prSet presAssocID="{928C6439-EF68-4D1F-B896-5952D60EF5A7}" presName="childText" presStyleLbl="conFgAcc1" presStyleIdx="3" presStyleCnt="6">
        <dgm:presLayoutVars>
          <dgm:bulletEnabled val="1"/>
        </dgm:presLayoutVars>
      </dgm:prSet>
      <dgm:spPr/>
    </dgm:pt>
    <dgm:pt modelId="{1F720969-9B3D-40CD-8A66-B7501F71E5EC}" type="pres">
      <dgm:prSet presAssocID="{38488F77-7878-4524-8852-E83222C442E2}" presName="spaceBetweenRectangles" presStyleCnt="0"/>
      <dgm:spPr/>
    </dgm:pt>
    <dgm:pt modelId="{D5620BD3-7440-4898-A6DC-85074123A153}" type="pres">
      <dgm:prSet presAssocID="{E8E37B55-52DF-4EAE-9ABF-537784F1712E}" presName="parentLin" presStyleCnt="0"/>
      <dgm:spPr/>
    </dgm:pt>
    <dgm:pt modelId="{D156D35A-CE4F-4E5F-90A7-201DA7BD6C16}" type="pres">
      <dgm:prSet presAssocID="{E8E37B55-52DF-4EAE-9ABF-537784F1712E}" presName="parentLeftMargin" presStyleLbl="node1" presStyleIdx="3" presStyleCnt="6"/>
      <dgm:spPr/>
    </dgm:pt>
    <dgm:pt modelId="{02256714-2CAC-45B7-8DE2-D8CE1472A8A7}" type="pres">
      <dgm:prSet presAssocID="{E8E37B55-52DF-4EAE-9ABF-537784F1712E}" presName="parentText" presStyleLbl="node1" presStyleIdx="4" presStyleCnt="6">
        <dgm:presLayoutVars>
          <dgm:chMax val="0"/>
          <dgm:bulletEnabled val="1"/>
        </dgm:presLayoutVars>
      </dgm:prSet>
      <dgm:spPr/>
    </dgm:pt>
    <dgm:pt modelId="{1B0C4B5A-517D-4835-80B0-A2B9C7D3FB42}" type="pres">
      <dgm:prSet presAssocID="{E8E37B55-52DF-4EAE-9ABF-537784F1712E}" presName="negativeSpace" presStyleCnt="0"/>
      <dgm:spPr/>
    </dgm:pt>
    <dgm:pt modelId="{62CF161A-CF84-4AE1-AE15-BCA923E46A4D}" type="pres">
      <dgm:prSet presAssocID="{E8E37B55-52DF-4EAE-9ABF-537784F1712E}" presName="childText" presStyleLbl="conFgAcc1" presStyleIdx="4" presStyleCnt="6">
        <dgm:presLayoutVars>
          <dgm:bulletEnabled val="1"/>
        </dgm:presLayoutVars>
      </dgm:prSet>
      <dgm:spPr/>
    </dgm:pt>
    <dgm:pt modelId="{A8059356-7935-4C03-A19F-162F3D313838}" type="pres">
      <dgm:prSet presAssocID="{56204E90-1D0F-4F33-A4CC-0D3CC4A16829}" presName="spaceBetweenRectangles" presStyleCnt="0"/>
      <dgm:spPr/>
    </dgm:pt>
    <dgm:pt modelId="{3E828EF5-231A-4972-9F4B-FD24894EFC7F}" type="pres">
      <dgm:prSet presAssocID="{7E713B1D-EBAF-4FBC-9468-905BF980E897}" presName="parentLin" presStyleCnt="0"/>
      <dgm:spPr/>
    </dgm:pt>
    <dgm:pt modelId="{09BB091C-FFED-4F1A-8550-BC08AB6F3356}" type="pres">
      <dgm:prSet presAssocID="{7E713B1D-EBAF-4FBC-9468-905BF980E897}" presName="parentLeftMargin" presStyleLbl="node1" presStyleIdx="4" presStyleCnt="6"/>
      <dgm:spPr/>
    </dgm:pt>
    <dgm:pt modelId="{DCC7F401-8B5C-4550-B1D0-FB1E5FA56748}" type="pres">
      <dgm:prSet presAssocID="{7E713B1D-EBAF-4FBC-9468-905BF980E897}" presName="parentText" presStyleLbl="node1" presStyleIdx="5" presStyleCnt="6">
        <dgm:presLayoutVars>
          <dgm:chMax val="0"/>
          <dgm:bulletEnabled val="1"/>
        </dgm:presLayoutVars>
      </dgm:prSet>
      <dgm:spPr/>
    </dgm:pt>
    <dgm:pt modelId="{B3C4DD9C-D66A-42A3-BAA8-6835ECF96156}" type="pres">
      <dgm:prSet presAssocID="{7E713B1D-EBAF-4FBC-9468-905BF980E897}" presName="negativeSpace" presStyleCnt="0"/>
      <dgm:spPr/>
    </dgm:pt>
    <dgm:pt modelId="{5598DF9B-023A-44E5-9C1F-380CA4FF6510}" type="pres">
      <dgm:prSet presAssocID="{7E713B1D-EBAF-4FBC-9468-905BF980E897}" presName="childText" presStyleLbl="conFgAcc1" presStyleIdx="5" presStyleCnt="6" custLinFactNeighborX="0">
        <dgm:presLayoutVars>
          <dgm:bulletEnabled val="1"/>
        </dgm:presLayoutVars>
      </dgm:prSet>
      <dgm:spPr/>
    </dgm:pt>
  </dgm:ptLst>
  <dgm:cxnLst>
    <dgm:cxn modelId="{E501DC10-6543-4324-952F-7E8891B7DBDB}" srcId="{F983081E-542E-4E64-9FC2-E4032FEE9864}" destId="{02D16389-E0ED-4671-BA92-347E6E96D559}" srcOrd="0" destOrd="0" parTransId="{FDB9EB0B-7251-40E8-BB1A-D58DB50DF2AB}" sibTransId="{BFC2FEE7-770A-4CB5-98DE-57894182FE4B}"/>
    <dgm:cxn modelId="{DBF6C818-0A96-4DF9-80BF-E3CD14C7592B}" type="presOf" srcId="{F983081E-542E-4E64-9FC2-E4032FEE9864}" destId="{12A362E0-D3CD-44F9-9A64-680C87C60A9A}" srcOrd="0" destOrd="0" presId="urn:microsoft.com/office/officeart/2005/8/layout/list1"/>
    <dgm:cxn modelId="{A03A801D-6981-432A-8E2A-FB6F93A2D540}" type="presOf" srcId="{17D4C8F3-219A-4FA3-9FCE-C7E7AA4FD311}" destId="{39492A5E-6F4F-4B07-97AB-DFC168CED20C}" srcOrd="1" destOrd="0" presId="urn:microsoft.com/office/officeart/2005/8/layout/list1"/>
    <dgm:cxn modelId="{5BE9CA27-DA7A-42A8-ABF1-B8FA84852167}" type="presOf" srcId="{7E713B1D-EBAF-4FBC-9468-905BF980E897}" destId="{09BB091C-FFED-4F1A-8550-BC08AB6F3356}" srcOrd="0" destOrd="0" presId="urn:microsoft.com/office/officeart/2005/8/layout/list1"/>
    <dgm:cxn modelId="{E397502B-518C-43E7-BC6F-E8C33E73AE52}" srcId="{C9ED1554-1151-4D27-A347-29902240033C}" destId="{64D89CE0-CD0A-4558-BF39-D7EFFAAB729C}" srcOrd="2" destOrd="0" parTransId="{586A589B-C180-4477-AFE1-F2894BBD625B}" sibTransId="{81D25E41-7C9C-48AC-8979-52CB33E2FEA7}"/>
    <dgm:cxn modelId="{DDBCF232-7443-4A56-A154-727467FC83A1}" srcId="{64D89CE0-CD0A-4558-BF39-D7EFFAAB729C}" destId="{924791FF-C907-43F8-80A0-CF5B26157E56}" srcOrd="0" destOrd="0" parTransId="{EA4FD4BD-541A-4EC3-8DC4-F011223AEA19}" sibTransId="{15F13CDD-4E75-41C8-99BE-8550859D6AD1}"/>
    <dgm:cxn modelId="{3CB45635-F205-47BE-9F0E-2819A11A7D5D}" srcId="{C9ED1554-1151-4D27-A347-29902240033C}" destId="{17D4C8F3-219A-4FA3-9FCE-C7E7AA4FD311}" srcOrd="1" destOrd="0" parTransId="{1ADA5A96-B977-4ADE-8532-5AA665E941E9}" sibTransId="{C4015611-00DB-4615-853C-B1205BDC9774}"/>
    <dgm:cxn modelId="{DE32D938-E161-4823-88BA-CDB937211AFE}" srcId="{C9ED1554-1151-4D27-A347-29902240033C}" destId="{7E713B1D-EBAF-4FBC-9468-905BF980E897}" srcOrd="5" destOrd="0" parTransId="{EBC98090-790E-4C4E-82A9-6743AF3B657E}" sibTransId="{C4EE218A-EB2F-4DDD-8DEB-1226F98BBBC1}"/>
    <dgm:cxn modelId="{1B79A93C-2F40-4266-AF1D-D483CA0D50B5}" type="presOf" srcId="{C9ED1554-1151-4D27-A347-29902240033C}" destId="{E18198F9-7A5A-4E05-ADEA-A0E8ED91EF16}" srcOrd="0" destOrd="0" presId="urn:microsoft.com/office/officeart/2005/8/layout/list1"/>
    <dgm:cxn modelId="{15F4D33F-5044-495B-AC6E-863B0403ECAC}" srcId="{928C6439-EF68-4D1F-B896-5952D60EF5A7}" destId="{A38A0613-8E8C-4D59-BACB-FE0BD054587D}" srcOrd="0" destOrd="0" parTransId="{877D439E-A688-4F49-9769-98C01DA64C5D}" sibTransId="{D4A959AB-00AC-4A05-97FB-8BFEB7FCF1E7}"/>
    <dgm:cxn modelId="{9EFC8362-F685-4F0B-9D68-ABA5CE124659}" srcId="{17D4C8F3-219A-4FA3-9FCE-C7E7AA4FD311}" destId="{2A5B0B58-A075-459F-B6F1-FC2C9F9724A4}" srcOrd="0" destOrd="0" parTransId="{D90FD711-58A7-4EED-B97D-EB91384E0DD4}" sibTransId="{9EDE2813-D971-4A56-8DC5-75B0ED99797B}"/>
    <dgm:cxn modelId="{42823267-2CC1-4395-9244-C3EA26FA7A8C}" type="presOf" srcId="{924791FF-C907-43F8-80A0-CF5B26157E56}" destId="{CEF3225D-418D-4E67-B4D8-E749A34A08A7}" srcOrd="0" destOrd="0" presId="urn:microsoft.com/office/officeart/2005/8/layout/list1"/>
    <dgm:cxn modelId="{33DBCB68-3141-4E90-9191-B310C787E397}" type="presOf" srcId="{F983081E-542E-4E64-9FC2-E4032FEE9864}" destId="{DB46F4A8-3DC8-49B3-BB9D-36BB4B77CD02}" srcOrd="1" destOrd="0" presId="urn:microsoft.com/office/officeart/2005/8/layout/list1"/>
    <dgm:cxn modelId="{FB844269-A3F9-48D4-B88D-49D698C7CFD1}" type="presOf" srcId="{02D16389-E0ED-4671-BA92-347E6E96D559}" destId="{20D53F2F-F9DB-45AC-AAEC-130872587A9E}" srcOrd="0" destOrd="0" presId="urn:microsoft.com/office/officeart/2005/8/layout/list1"/>
    <dgm:cxn modelId="{299D9B6D-6EC5-4549-B045-BF857B06D329}" type="presOf" srcId="{2A5B0B58-A075-459F-B6F1-FC2C9F9724A4}" destId="{59C293FA-D6E7-4CC0-90C0-6F158415B9B9}" srcOrd="0" destOrd="0" presId="urn:microsoft.com/office/officeart/2005/8/layout/list1"/>
    <dgm:cxn modelId="{59BF8472-C739-474D-BE4D-9380D7768AD7}" type="presOf" srcId="{E8E37B55-52DF-4EAE-9ABF-537784F1712E}" destId="{02256714-2CAC-45B7-8DE2-D8CE1472A8A7}" srcOrd="1" destOrd="0" presId="urn:microsoft.com/office/officeart/2005/8/layout/list1"/>
    <dgm:cxn modelId="{C40CF67A-75BF-45BC-B2D7-F130B281096B}" type="presOf" srcId="{64D89CE0-CD0A-4558-BF39-D7EFFAAB729C}" destId="{EDB230C4-71C1-443F-8BE3-19722D04E854}" srcOrd="1" destOrd="0" presId="urn:microsoft.com/office/officeart/2005/8/layout/list1"/>
    <dgm:cxn modelId="{CD79B88A-420D-4FB6-BF72-97A764E05205}" srcId="{E8E37B55-52DF-4EAE-9ABF-537784F1712E}" destId="{1C511AAC-5460-4048-8556-C523B52D347E}" srcOrd="0" destOrd="0" parTransId="{51B4A177-45D2-4127-B197-968CA1859BEE}" sibTransId="{FE3AAF8F-6219-4D42-B05B-8F03E6EA0629}"/>
    <dgm:cxn modelId="{A3D0BD8B-B65D-4C90-A528-682E0066D2C0}" type="presOf" srcId="{77D3853F-AF1F-4550-9870-B4135790353E}" destId="{5598DF9B-023A-44E5-9C1F-380CA4FF6510}" srcOrd="0" destOrd="0" presId="urn:microsoft.com/office/officeart/2005/8/layout/list1"/>
    <dgm:cxn modelId="{C4DDB98F-98C3-4D6F-B916-A82CDFBEEBE1}" type="presOf" srcId="{64D89CE0-CD0A-4558-BF39-D7EFFAAB729C}" destId="{95609BD6-2836-453F-B70F-F039C34F2760}" srcOrd="0" destOrd="0" presId="urn:microsoft.com/office/officeart/2005/8/layout/list1"/>
    <dgm:cxn modelId="{9B891BA0-3697-47BB-B284-E74990AD779F}" type="presOf" srcId="{928C6439-EF68-4D1F-B896-5952D60EF5A7}" destId="{241F54CB-F95D-441E-AB71-F86928A84814}" srcOrd="1" destOrd="0" presId="urn:microsoft.com/office/officeart/2005/8/layout/list1"/>
    <dgm:cxn modelId="{2B98CFBE-9736-4B1F-A98A-622E9905983F}" type="presOf" srcId="{928C6439-EF68-4D1F-B896-5952D60EF5A7}" destId="{7A5AE566-D340-4DD5-AA64-C2F25B92D326}" srcOrd="0" destOrd="0" presId="urn:microsoft.com/office/officeart/2005/8/layout/list1"/>
    <dgm:cxn modelId="{16AE78C6-6902-49C2-AE69-B825040971C7}" type="presOf" srcId="{A38A0613-8E8C-4D59-BACB-FE0BD054587D}" destId="{B3D0172D-C457-44E4-912B-CB913470FF27}" srcOrd="0" destOrd="0" presId="urn:microsoft.com/office/officeart/2005/8/layout/list1"/>
    <dgm:cxn modelId="{150A0BCA-2D2E-470B-A279-346337093D11}" type="presOf" srcId="{7E713B1D-EBAF-4FBC-9468-905BF980E897}" destId="{DCC7F401-8B5C-4550-B1D0-FB1E5FA56748}" srcOrd="1" destOrd="0" presId="urn:microsoft.com/office/officeart/2005/8/layout/list1"/>
    <dgm:cxn modelId="{9E0A35CB-81A8-4A13-A887-7D0B562CF4A4}" type="presOf" srcId="{E8E37B55-52DF-4EAE-9ABF-537784F1712E}" destId="{D156D35A-CE4F-4E5F-90A7-201DA7BD6C16}" srcOrd="0" destOrd="0" presId="urn:microsoft.com/office/officeart/2005/8/layout/list1"/>
    <dgm:cxn modelId="{667B89CD-E048-42F5-A125-A5E542AF2834}" srcId="{C9ED1554-1151-4D27-A347-29902240033C}" destId="{928C6439-EF68-4D1F-B896-5952D60EF5A7}" srcOrd="3" destOrd="0" parTransId="{BEE09C47-6B7C-41D5-A5C0-F7E5516F7C39}" sibTransId="{38488F77-7878-4524-8852-E83222C442E2}"/>
    <dgm:cxn modelId="{E90EABCE-87A4-44C2-8AD4-AAF795C78460}" type="presOf" srcId="{17D4C8F3-219A-4FA3-9FCE-C7E7AA4FD311}" destId="{918D2F90-C186-4581-ADF0-4D807C0A6E31}" srcOrd="0" destOrd="0" presId="urn:microsoft.com/office/officeart/2005/8/layout/list1"/>
    <dgm:cxn modelId="{AD9538D1-FF1F-41CA-ABD8-1331DB079B3B}" srcId="{7E713B1D-EBAF-4FBC-9468-905BF980E897}" destId="{77D3853F-AF1F-4550-9870-B4135790353E}" srcOrd="0" destOrd="0" parTransId="{87938BDC-6D20-42A5-BFE7-0B00418BED5D}" sibTransId="{B7CA254F-A818-452C-BBFA-6AAB8D843820}"/>
    <dgm:cxn modelId="{65EE6FEC-1160-43B9-AB19-841F723F6B93}" srcId="{C9ED1554-1151-4D27-A347-29902240033C}" destId="{E8E37B55-52DF-4EAE-9ABF-537784F1712E}" srcOrd="4" destOrd="0" parTransId="{82D7BD93-457E-47B6-A91D-364C74EC6958}" sibTransId="{56204E90-1D0F-4F33-A4CC-0D3CC4A16829}"/>
    <dgm:cxn modelId="{67B468EE-8A7F-4F08-A912-AB9030CA2E91}" srcId="{C9ED1554-1151-4D27-A347-29902240033C}" destId="{F983081E-542E-4E64-9FC2-E4032FEE9864}" srcOrd="0" destOrd="0" parTransId="{68144F4B-9BB3-4568-8C69-80F167B56AAF}" sibTransId="{72E47A74-5E43-4546-8A27-B582132B7D93}"/>
    <dgm:cxn modelId="{B14732F3-0C98-4F4A-A265-33B31D2AB378}" type="presOf" srcId="{1C511AAC-5460-4048-8556-C523B52D347E}" destId="{62CF161A-CF84-4AE1-AE15-BCA923E46A4D}" srcOrd="0" destOrd="0" presId="urn:microsoft.com/office/officeart/2005/8/layout/list1"/>
    <dgm:cxn modelId="{91AF75D4-6A97-44EA-A3C5-A5F47F84CDE7}" type="presParOf" srcId="{E18198F9-7A5A-4E05-ADEA-A0E8ED91EF16}" destId="{F8FDB385-E6B0-4AF1-8B5D-C36F91EC495C}" srcOrd="0" destOrd="0" presId="urn:microsoft.com/office/officeart/2005/8/layout/list1"/>
    <dgm:cxn modelId="{50BD2C1F-5B2F-4481-95F2-2BC32435CC8F}" type="presParOf" srcId="{F8FDB385-E6B0-4AF1-8B5D-C36F91EC495C}" destId="{12A362E0-D3CD-44F9-9A64-680C87C60A9A}" srcOrd="0" destOrd="0" presId="urn:microsoft.com/office/officeart/2005/8/layout/list1"/>
    <dgm:cxn modelId="{96DF4B44-20EE-4DBD-9015-400FE0F0F6F6}" type="presParOf" srcId="{F8FDB385-E6B0-4AF1-8B5D-C36F91EC495C}" destId="{DB46F4A8-3DC8-49B3-BB9D-36BB4B77CD02}" srcOrd="1" destOrd="0" presId="urn:microsoft.com/office/officeart/2005/8/layout/list1"/>
    <dgm:cxn modelId="{B1FC20F5-3BE0-4307-ABB1-E4B96E3D2EF2}" type="presParOf" srcId="{E18198F9-7A5A-4E05-ADEA-A0E8ED91EF16}" destId="{021DA245-B723-412A-BABF-CBA56E760D9F}" srcOrd="1" destOrd="0" presId="urn:microsoft.com/office/officeart/2005/8/layout/list1"/>
    <dgm:cxn modelId="{31856F9E-91DE-4CD5-97B2-ABC5513C5A73}" type="presParOf" srcId="{E18198F9-7A5A-4E05-ADEA-A0E8ED91EF16}" destId="{20D53F2F-F9DB-45AC-AAEC-130872587A9E}" srcOrd="2" destOrd="0" presId="urn:microsoft.com/office/officeart/2005/8/layout/list1"/>
    <dgm:cxn modelId="{6107CA12-007F-42EE-BEF9-0F7D7AC74CA1}" type="presParOf" srcId="{E18198F9-7A5A-4E05-ADEA-A0E8ED91EF16}" destId="{E44C8D43-A88E-4F3C-8FE1-4A18BE2DBE71}" srcOrd="3" destOrd="0" presId="urn:microsoft.com/office/officeart/2005/8/layout/list1"/>
    <dgm:cxn modelId="{2D481031-850B-4431-96A5-264631C0CB14}" type="presParOf" srcId="{E18198F9-7A5A-4E05-ADEA-A0E8ED91EF16}" destId="{13179FEB-D6A3-4375-84AF-5397D3ECF447}" srcOrd="4" destOrd="0" presId="urn:microsoft.com/office/officeart/2005/8/layout/list1"/>
    <dgm:cxn modelId="{B7FB1FE5-D034-47C2-9297-1DF379A9B627}" type="presParOf" srcId="{13179FEB-D6A3-4375-84AF-5397D3ECF447}" destId="{918D2F90-C186-4581-ADF0-4D807C0A6E31}" srcOrd="0" destOrd="0" presId="urn:microsoft.com/office/officeart/2005/8/layout/list1"/>
    <dgm:cxn modelId="{0C197F23-EF3E-408D-B789-D512D69B5F5E}" type="presParOf" srcId="{13179FEB-D6A3-4375-84AF-5397D3ECF447}" destId="{39492A5E-6F4F-4B07-97AB-DFC168CED20C}" srcOrd="1" destOrd="0" presId="urn:microsoft.com/office/officeart/2005/8/layout/list1"/>
    <dgm:cxn modelId="{E1AE7C09-F3C4-48F4-BDF5-564333F0B8F2}" type="presParOf" srcId="{E18198F9-7A5A-4E05-ADEA-A0E8ED91EF16}" destId="{C58B973E-B422-4192-910E-32183639FF91}" srcOrd="5" destOrd="0" presId="urn:microsoft.com/office/officeart/2005/8/layout/list1"/>
    <dgm:cxn modelId="{55558F83-A337-4AE7-97F9-595B11164F04}" type="presParOf" srcId="{E18198F9-7A5A-4E05-ADEA-A0E8ED91EF16}" destId="{59C293FA-D6E7-4CC0-90C0-6F158415B9B9}" srcOrd="6" destOrd="0" presId="urn:microsoft.com/office/officeart/2005/8/layout/list1"/>
    <dgm:cxn modelId="{58232DB4-DC6A-4971-BEB5-F80EE1D6E261}" type="presParOf" srcId="{E18198F9-7A5A-4E05-ADEA-A0E8ED91EF16}" destId="{AE71CAF4-7B45-447A-839E-78B935DF7B70}" srcOrd="7" destOrd="0" presId="urn:microsoft.com/office/officeart/2005/8/layout/list1"/>
    <dgm:cxn modelId="{2F7BF704-A0FB-4F6D-B37D-AC31F6FA7644}" type="presParOf" srcId="{E18198F9-7A5A-4E05-ADEA-A0E8ED91EF16}" destId="{ED2C0A52-C541-42C5-A2C7-898847D2A506}" srcOrd="8" destOrd="0" presId="urn:microsoft.com/office/officeart/2005/8/layout/list1"/>
    <dgm:cxn modelId="{69A24D07-7323-419B-BBD2-4E6D08AD2EA7}" type="presParOf" srcId="{ED2C0A52-C541-42C5-A2C7-898847D2A506}" destId="{95609BD6-2836-453F-B70F-F039C34F2760}" srcOrd="0" destOrd="0" presId="urn:microsoft.com/office/officeart/2005/8/layout/list1"/>
    <dgm:cxn modelId="{D661364A-0CF6-40B6-A8DC-29FA02107F4A}" type="presParOf" srcId="{ED2C0A52-C541-42C5-A2C7-898847D2A506}" destId="{EDB230C4-71C1-443F-8BE3-19722D04E854}" srcOrd="1" destOrd="0" presId="urn:microsoft.com/office/officeart/2005/8/layout/list1"/>
    <dgm:cxn modelId="{86333017-0D83-41AA-830A-BA4B1BDC4608}" type="presParOf" srcId="{E18198F9-7A5A-4E05-ADEA-A0E8ED91EF16}" destId="{E40FDB9E-99FC-4788-A570-BF4B3FCEBF1E}" srcOrd="9" destOrd="0" presId="urn:microsoft.com/office/officeart/2005/8/layout/list1"/>
    <dgm:cxn modelId="{6B17A6AD-138F-4A2E-8AAA-D201FC2C3884}" type="presParOf" srcId="{E18198F9-7A5A-4E05-ADEA-A0E8ED91EF16}" destId="{CEF3225D-418D-4E67-B4D8-E749A34A08A7}" srcOrd="10" destOrd="0" presId="urn:microsoft.com/office/officeart/2005/8/layout/list1"/>
    <dgm:cxn modelId="{1FFB133D-CE08-420A-854C-F9CCD13AFAFE}" type="presParOf" srcId="{E18198F9-7A5A-4E05-ADEA-A0E8ED91EF16}" destId="{F03917BB-B1B0-4005-A6A7-A8C561BF0CA4}" srcOrd="11" destOrd="0" presId="urn:microsoft.com/office/officeart/2005/8/layout/list1"/>
    <dgm:cxn modelId="{5DEF0E2F-97D6-4C4F-8DA9-B5026D4B64A2}" type="presParOf" srcId="{E18198F9-7A5A-4E05-ADEA-A0E8ED91EF16}" destId="{DEF861C1-CDAF-4A0C-8886-23C5291DAEF3}" srcOrd="12" destOrd="0" presId="urn:microsoft.com/office/officeart/2005/8/layout/list1"/>
    <dgm:cxn modelId="{1ADBABEF-4F8A-4693-B285-66C614A76F60}" type="presParOf" srcId="{DEF861C1-CDAF-4A0C-8886-23C5291DAEF3}" destId="{7A5AE566-D340-4DD5-AA64-C2F25B92D326}" srcOrd="0" destOrd="0" presId="urn:microsoft.com/office/officeart/2005/8/layout/list1"/>
    <dgm:cxn modelId="{6AEC9D24-34AC-461B-9454-6B0BC81083A8}" type="presParOf" srcId="{DEF861C1-CDAF-4A0C-8886-23C5291DAEF3}" destId="{241F54CB-F95D-441E-AB71-F86928A84814}" srcOrd="1" destOrd="0" presId="urn:microsoft.com/office/officeart/2005/8/layout/list1"/>
    <dgm:cxn modelId="{5DB9F3E1-9504-4B8D-90C5-34CBB098A7B3}" type="presParOf" srcId="{E18198F9-7A5A-4E05-ADEA-A0E8ED91EF16}" destId="{4E63CF92-0F87-4991-BEAB-C60799411F61}" srcOrd="13" destOrd="0" presId="urn:microsoft.com/office/officeart/2005/8/layout/list1"/>
    <dgm:cxn modelId="{964C3297-4BBD-4A15-BA74-F72BF2D2EAF2}" type="presParOf" srcId="{E18198F9-7A5A-4E05-ADEA-A0E8ED91EF16}" destId="{B3D0172D-C457-44E4-912B-CB913470FF27}" srcOrd="14" destOrd="0" presId="urn:microsoft.com/office/officeart/2005/8/layout/list1"/>
    <dgm:cxn modelId="{2C998162-5C2C-4EA3-9E54-5C5B3159DE0A}" type="presParOf" srcId="{E18198F9-7A5A-4E05-ADEA-A0E8ED91EF16}" destId="{1F720969-9B3D-40CD-8A66-B7501F71E5EC}" srcOrd="15" destOrd="0" presId="urn:microsoft.com/office/officeart/2005/8/layout/list1"/>
    <dgm:cxn modelId="{BE54A48A-E700-4DA8-9D5B-A1390E5532C5}" type="presParOf" srcId="{E18198F9-7A5A-4E05-ADEA-A0E8ED91EF16}" destId="{D5620BD3-7440-4898-A6DC-85074123A153}" srcOrd="16" destOrd="0" presId="urn:microsoft.com/office/officeart/2005/8/layout/list1"/>
    <dgm:cxn modelId="{4984F15C-FB63-4C6D-BB09-FE86B727C6F1}" type="presParOf" srcId="{D5620BD3-7440-4898-A6DC-85074123A153}" destId="{D156D35A-CE4F-4E5F-90A7-201DA7BD6C16}" srcOrd="0" destOrd="0" presId="urn:microsoft.com/office/officeart/2005/8/layout/list1"/>
    <dgm:cxn modelId="{B983C2FC-0C14-4265-AAAA-D6649DECF64E}" type="presParOf" srcId="{D5620BD3-7440-4898-A6DC-85074123A153}" destId="{02256714-2CAC-45B7-8DE2-D8CE1472A8A7}" srcOrd="1" destOrd="0" presId="urn:microsoft.com/office/officeart/2005/8/layout/list1"/>
    <dgm:cxn modelId="{C1DE5AAC-F121-4D11-9EC4-EFD9CBBB3DDE}" type="presParOf" srcId="{E18198F9-7A5A-4E05-ADEA-A0E8ED91EF16}" destId="{1B0C4B5A-517D-4835-80B0-A2B9C7D3FB42}" srcOrd="17" destOrd="0" presId="urn:microsoft.com/office/officeart/2005/8/layout/list1"/>
    <dgm:cxn modelId="{34F54E8D-C7B0-41D6-B883-CF649D9F662D}" type="presParOf" srcId="{E18198F9-7A5A-4E05-ADEA-A0E8ED91EF16}" destId="{62CF161A-CF84-4AE1-AE15-BCA923E46A4D}" srcOrd="18" destOrd="0" presId="urn:microsoft.com/office/officeart/2005/8/layout/list1"/>
    <dgm:cxn modelId="{E2C1DD5C-E92D-4CC1-8ACD-AC8D3B73F791}" type="presParOf" srcId="{E18198F9-7A5A-4E05-ADEA-A0E8ED91EF16}" destId="{A8059356-7935-4C03-A19F-162F3D313838}" srcOrd="19" destOrd="0" presId="urn:microsoft.com/office/officeart/2005/8/layout/list1"/>
    <dgm:cxn modelId="{FB4B6215-5497-4C68-BEA8-813E231BF99C}" type="presParOf" srcId="{E18198F9-7A5A-4E05-ADEA-A0E8ED91EF16}" destId="{3E828EF5-231A-4972-9F4B-FD24894EFC7F}" srcOrd="20" destOrd="0" presId="urn:microsoft.com/office/officeart/2005/8/layout/list1"/>
    <dgm:cxn modelId="{A3A3D1FD-E6CF-49CD-B480-9020721FD525}" type="presParOf" srcId="{3E828EF5-231A-4972-9F4B-FD24894EFC7F}" destId="{09BB091C-FFED-4F1A-8550-BC08AB6F3356}" srcOrd="0" destOrd="0" presId="urn:microsoft.com/office/officeart/2005/8/layout/list1"/>
    <dgm:cxn modelId="{1CB65855-93E9-4FF6-9D94-52A8F087455C}" type="presParOf" srcId="{3E828EF5-231A-4972-9F4B-FD24894EFC7F}" destId="{DCC7F401-8B5C-4550-B1D0-FB1E5FA56748}" srcOrd="1" destOrd="0" presId="urn:microsoft.com/office/officeart/2005/8/layout/list1"/>
    <dgm:cxn modelId="{BC77D142-2BB8-403C-BB3C-B80CACFB3050}" type="presParOf" srcId="{E18198F9-7A5A-4E05-ADEA-A0E8ED91EF16}" destId="{B3C4DD9C-D66A-42A3-BAA8-6835ECF96156}" srcOrd="21" destOrd="0" presId="urn:microsoft.com/office/officeart/2005/8/layout/list1"/>
    <dgm:cxn modelId="{A548ED76-CEE7-46D9-8D0E-C588DBDE1B61}" type="presParOf" srcId="{E18198F9-7A5A-4E05-ADEA-A0E8ED91EF16}" destId="{5598DF9B-023A-44E5-9C1F-380CA4FF6510}"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C4BF60-40C1-4E39-BBC2-52E40302C2B6}" type="doc">
      <dgm:prSet loTypeId="urn:microsoft.com/office/officeart/2016/7/layout/VerticalDownArrowProcess" loCatId="process" qsTypeId="urn:microsoft.com/office/officeart/2005/8/quickstyle/simple1" qsCatId="simple" csTypeId="urn:microsoft.com/office/officeart/2005/8/colors/accent2_2" csCatId="accent2" phldr="1"/>
      <dgm:spPr/>
      <dgm:t>
        <a:bodyPr/>
        <a:lstStyle/>
        <a:p>
          <a:endParaRPr lang="en-US"/>
        </a:p>
      </dgm:t>
    </dgm:pt>
    <dgm:pt modelId="{CF60CA43-932F-4967-8A2E-61710D7D0DD3}">
      <dgm:prSet custT="1"/>
      <dgm:spPr/>
      <dgm:t>
        <a:bodyPr/>
        <a:lstStyle/>
        <a:p>
          <a:r>
            <a:rPr lang="en-US" sz="1500" baseline="0"/>
            <a:t>Step 1</a:t>
          </a:r>
        </a:p>
      </dgm:t>
    </dgm:pt>
    <dgm:pt modelId="{0E4297A7-5B02-48A3-B9DE-6E7F7D124426}" type="parTrans" cxnId="{192C26A3-B1F0-4BF6-A4E0-6D29040C46A9}">
      <dgm:prSet/>
      <dgm:spPr/>
      <dgm:t>
        <a:bodyPr/>
        <a:lstStyle/>
        <a:p>
          <a:endParaRPr lang="en-US"/>
        </a:p>
      </dgm:t>
    </dgm:pt>
    <dgm:pt modelId="{908D3667-F42D-492D-BBB5-423A5A1AEBD4}" type="sibTrans" cxnId="{192C26A3-B1F0-4BF6-A4E0-6D29040C46A9}">
      <dgm:prSet/>
      <dgm:spPr/>
      <dgm:t>
        <a:bodyPr/>
        <a:lstStyle/>
        <a:p>
          <a:endParaRPr lang="en-US"/>
        </a:p>
      </dgm:t>
    </dgm:pt>
    <dgm:pt modelId="{97D41B0A-E9D6-468A-B1B9-B9D3471548C2}">
      <dgm:prSet custT="1"/>
      <dgm:spPr/>
      <dgm:t>
        <a:bodyPr/>
        <a:lstStyle/>
        <a:p>
          <a:r>
            <a:rPr lang="en-US" sz="1500" baseline="0"/>
            <a:t>Configure Cloud Storage</a:t>
          </a:r>
        </a:p>
      </dgm:t>
    </dgm:pt>
    <dgm:pt modelId="{41BC4247-2A7D-4EBD-871F-AFA1AD2027C1}" type="parTrans" cxnId="{7B8B7F92-8C07-46D7-8C05-B083D9550AD0}">
      <dgm:prSet/>
      <dgm:spPr/>
      <dgm:t>
        <a:bodyPr/>
        <a:lstStyle/>
        <a:p>
          <a:endParaRPr lang="en-US"/>
        </a:p>
      </dgm:t>
    </dgm:pt>
    <dgm:pt modelId="{71FF79F3-F3EB-41C0-BE4C-7BF158024170}" type="sibTrans" cxnId="{7B8B7F92-8C07-46D7-8C05-B083D9550AD0}">
      <dgm:prSet/>
      <dgm:spPr/>
      <dgm:t>
        <a:bodyPr/>
        <a:lstStyle/>
        <a:p>
          <a:endParaRPr lang="en-US"/>
        </a:p>
      </dgm:t>
    </dgm:pt>
    <dgm:pt modelId="{1DE71183-63F5-4D26-9E4E-A10E311A5E48}">
      <dgm:prSet custT="1"/>
      <dgm:spPr/>
      <dgm:t>
        <a:bodyPr/>
        <a:lstStyle/>
        <a:p>
          <a:r>
            <a:rPr lang="en-US" sz="1500" baseline="0"/>
            <a:t>Step 2</a:t>
          </a:r>
        </a:p>
      </dgm:t>
    </dgm:pt>
    <dgm:pt modelId="{9E03800D-B2A7-4625-9B8E-ABC577797520}" type="parTrans" cxnId="{4701D318-22B8-463B-819E-D50273674DCF}">
      <dgm:prSet/>
      <dgm:spPr/>
      <dgm:t>
        <a:bodyPr/>
        <a:lstStyle/>
        <a:p>
          <a:endParaRPr lang="en-US"/>
        </a:p>
      </dgm:t>
    </dgm:pt>
    <dgm:pt modelId="{EAC9F71E-7645-4291-96B1-B74F6995BD07}" type="sibTrans" cxnId="{4701D318-22B8-463B-819E-D50273674DCF}">
      <dgm:prSet/>
      <dgm:spPr/>
      <dgm:t>
        <a:bodyPr/>
        <a:lstStyle/>
        <a:p>
          <a:endParaRPr lang="en-US"/>
        </a:p>
      </dgm:t>
    </dgm:pt>
    <dgm:pt modelId="{802DFC9F-8E3A-42E0-A0AA-2A17364B5A01}">
      <dgm:prSet custT="1"/>
      <dgm:spPr/>
      <dgm:t>
        <a:bodyPr/>
        <a:lstStyle/>
        <a:p>
          <a:r>
            <a:rPr lang="en-US" sz="1500" baseline="0"/>
            <a:t>Create Storage Integration in Snowflake</a:t>
          </a:r>
        </a:p>
      </dgm:t>
    </dgm:pt>
    <dgm:pt modelId="{B060E9E5-C978-4BBA-823C-9423DD0F3970}" type="parTrans" cxnId="{1A9B2A86-C027-41E7-B45C-DC2A70D975F7}">
      <dgm:prSet/>
      <dgm:spPr/>
      <dgm:t>
        <a:bodyPr/>
        <a:lstStyle/>
        <a:p>
          <a:endParaRPr lang="en-US"/>
        </a:p>
      </dgm:t>
    </dgm:pt>
    <dgm:pt modelId="{6A3C81B5-F5EC-41A3-8E04-80066CE7AD11}" type="sibTrans" cxnId="{1A9B2A86-C027-41E7-B45C-DC2A70D975F7}">
      <dgm:prSet/>
      <dgm:spPr/>
      <dgm:t>
        <a:bodyPr/>
        <a:lstStyle/>
        <a:p>
          <a:endParaRPr lang="en-US"/>
        </a:p>
      </dgm:t>
    </dgm:pt>
    <dgm:pt modelId="{A74FFCB2-F42B-40BB-BACE-4B00DD462583}">
      <dgm:prSet custT="1"/>
      <dgm:spPr/>
      <dgm:t>
        <a:bodyPr/>
        <a:lstStyle/>
        <a:p>
          <a:r>
            <a:rPr lang="en-US" sz="1500" baseline="0"/>
            <a:t>Step 3</a:t>
          </a:r>
        </a:p>
      </dgm:t>
    </dgm:pt>
    <dgm:pt modelId="{C169A4D7-061C-48B6-A42C-D905D4CF42BF}" type="parTrans" cxnId="{EDC52462-9BC2-431B-8B96-040A44613F64}">
      <dgm:prSet/>
      <dgm:spPr/>
      <dgm:t>
        <a:bodyPr/>
        <a:lstStyle/>
        <a:p>
          <a:endParaRPr lang="en-US"/>
        </a:p>
      </dgm:t>
    </dgm:pt>
    <dgm:pt modelId="{2082F59A-8673-4121-91BB-764EC7BABCA8}" type="sibTrans" cxnId="{EDC52462-9BC2-431B-8B96-040A44613F64}">
      <dgm:prSet/>
      <dgm:spPr/>
      <dgm:t>
        <a:bodyPr/>
        <a:lstStyle/>
        <a:p>
          <a:endParaRPr lang="en-US"/>
        </a:p>
      </dgm:t>
    </dgm:pt>
    <dgm:pt modelId="{9DB33777-427C-45AA-A710-063989F748A1}">
      <dgm:prSet custT="1"/>
      <dgm:spPr/>
      <dgm:t>
        <a:bodyPr/>
        <a:lstStyle/>
        <a:p>
          <a:r>
            <a:rPr lang="en-US" sz="1500" baseline="0"/>
            <a:t>Define External Stage</a:t>
          </a:r>
        </a:p>
      </dgm:t>
    </dgm:pt>
    <dgm:pt modelId="{AF5822DC-E36E-439C-A1A7-E5358E29CB9C}" type="parTrans" cxnId="{88730B65-745D-4C79-99B5-5B49DC9A5B23}">
      <dgm:prSet/>
      <dgm:spPr/>
      <dgm:t>
        <a:bodyPr/>
        <a:lstStyle/>
        <a:p>
          <a:endParaRPr lang="en-US"/>
        </a:p>
      </dgm:t>
    </dgm:pt>
    <dgm:pt modelId="{8B2EC103-E812-4BA8-9048-94089863F56E}" type="sibTrans" cxnId="{88730B65-745D-4C79-99B5-5B49DC9A5B23}">
      <dgm:prSet/>
      <dgm:spPr/>
      <dgm:t>
        <a:bodyPr/>
        <a:lstStyle/>
        <a:p>
          <a:endParaRPr lang="en-US"/>
        </a:p>
      </dgm:t>
    </dgm:pt>
    <dgm:pt modelId="{BEC78D44-5196-48C1-B476-75E0A765DD9B}">
      <dgm:prSet custT="1"/>
      <dgm:spPr/>
      <dgm:t>
        <a:bodyPr/>
        <a:lstStyle/>
        <a:p>
          <a:r>
            <a:rPr lang="en-US" sz="1500" baseline="0"/>
            <a:t>Step 4</a:t>
          </a:r>
        </a:p>
      </dgm:t>
    </dgm:pt>
    <dgm:pt modelId="{A6FF038B-33D4-449A-9E59-94C246CE6F9C}" type="parTrans" cxnId="{C4510F98-5249-4315-86F4-3CF33A771A72}">
      <dgm:prSet/>
      <dgm:spPr/>
      <dgm:t>
        <a:bodyPr/>
        <a:lstStyle/>
        <a:p>
          <a:endParaRPr lang="en-US"/>
        </a:p>
      </dgm:t>
    </dgm:pt>
    <dgm:pt modelId="{52DC0F3B-758D-4185-A651-41E84829FE3D}" type="sibTrans" cxnId="{C4510F98-5249-4315-86F4-3CF33A771A72}">
      <dgm:prSet/>
      <dgm:spPr/>
      <dgm:t>
        <a:bodyPr/>
        <a:lstStyle/>
        <a:p>
          <a:endParaRPr lang="en-US"/>
        </a:p>
      </dgm:t>
    </dgm:pt>
    <dgm:pt modelId="{DCCA5C98-BC05-4826-8541-5001FB27CE15}">
      <dgm:prSet custT="1"/>
      <dgm:spPr/>
      <dgm:t>
        <a:bodyPr/>
        <a:lstStyle/>
        <a:p>
          <a:r>
            <a:rPr lang="en-US" sz="1500" baseline="0"/>
            <a:t>Create </a:t>
          </a:r>
          <a:r>
            <a:rPr lang="en-US" sz="1500" baseline="0" err="1"/>
            <a:t>Snowpipe</a:t>
          </a:r>
          <a:endParaRPr lang="en-US" sz="1500" baseline="0"/>
        </a:p>
      </dgm:t>
    </dgm:pt>
    <dgm:pt modelId="{8CC91E64-9D21-4FBB-A8B7-4B5F1DC7DE0E}" type="parTrans" cxnId="{D4033C15-6A87-4F7A-95EB-602F87F5FC92}">
      <dgm:prSet/>
      <dgm:spPr/>
      <dgm:t>
        <a:bodyPr/>
        <a:lstStyle/>
        <a:p>
          <a:endParaRPr lang="en-US"/>
        </a:p>
      </dgm:t>
    </dgm:pt>
    <dgm:pt modelId="{EBACA837-8A6D-4AD7-9CBF-C16FD6A0AC1B}" type="sibTrans" cxnId="{D4033C15-6A87-4F7A-95EB-602F87F5FC92}">
      <dgm:prSet/>
      <dgm:spPr/>
      <dgm:t>
        <a:bodyPr/>
        <a:lstStyle/>
        <a:p>
          <a:endParaRPr lang="en-US"/>
        </a:p>
      </dgm:t>
    </dgm:pt>
    <dgm:pt modelId="{604C8CC5-8028-460E-8986-4D3419987101}">
      <dgm:prSet custT="1"/>
      <dgm:spPr/>
      <dgm:t>
        <a:bodyPr/>
        <a:lstStyle/>
        <a:p>
          <a:r>
            <a:rPr lang="en-US" sz="1500" baseline="0"/>
            <a:t>Step 5</a:t>
          </a:r>
        </a:p>
      </dgm:t>
    </dgm:pt>
    <dgm:pt modelId="{BBE96CE5-66C9-4BBC-9D76-2BFC918B5E22}" type="parTrans" cxnId="{BF4E1F31-6D68-44E5-B26D-078856C0E67E}">
      <dgm:prSet/>
      <dgm:spPr/>
      <dgm:t>
        <a:bodyPr/>
        <a:lstStyle/>
        <a:p>
          <a:endParaRPr lang="en-US"/>
        </a:p>
      </dgm:t>
    </dgm:pt>
    <dgm:pt modelId="{6755FF45-C88B-4DC2-9813-AB945A0272A6}" type="sibTrans" cxnId="{BF4E1F31-6D68-44E5-B26D-078856C0E67E}">
      <dgm:prSet/>
      <dgm:spPr/>
      <dgm:t>
        <a:bodyPr/>
        <a:lstStyle/>
        <a:p>
          <a:endParaRPr lang="en-US"/>
        </a:p>
      </dgm:t>
    </dgm:pt>
    <dgm:pt modelId="{F55378F3-50D9-427C-9ABB-1188DDC7CFF8}">
      <dgm:prSet custT="1"/>
      <dgm:spPr/>
      <dgm:t>
        <a:bodyPr/>
        <a:lstStyle/>
        <a:p>
          <a:r>
            <a:rPr lang="en-US" sz="1500" baseline="0"/>
            <a:t>Automate Data Loading</a:t>
          </a:r>
        </a:p>
      </dgm:t>
    </dgm:pt>
    <dgm:pt modelId="{237A767D-850C-4E36-A3F3-0E7151B58D9B}" type="parTrans" cxnId="{42F693A5-27C8-463D-9B1E-267298A438B1}">
      <dgm:prSet/>
      <dgm:spPr/>
      <dgm:t>
        <a:bodyPr/>
        <a:lstStyle/>
        <a:p>
          <a:endParaRPr lang="en-US"/>
        </a:p>
      </dgm:t>
    </dgm:pt>
    <dgm:pt modelId="{E7FF908A-D199-42D1-8F8E-A8B5A17346AA}" type="sibTrans" cxnId="{42F693A5-27C8-463D-9B1E-267298A438B1}">
      <dgm:prSet/>
      <dgm:spPr/>
      <dgm:t>
        <a:bodyPr/>
        <a:lstStyle/>
        <a:p>
          <a:endParaRPr lang="en-US"/>
        </a:p>
      </dgm:t>
    </dgm:pt>
    <dgm:pt modelId="{DE78F30C-0C4D-454F-A86F-E4C3E8847649}">
      <dgm:prSet custT="1"/>
      <dgm:spPr/>
      <dgm:t>
        <a:bodyPr/>
        <a:lstStyle/>
        <a:p>
          <a:r>
            <a:rPr lang="en-US" sz="1500" baseline="0"/>
            <a:t>Step 6</a:t>
          </a:r>
        </a:p>
      </dgm:t>
    </dgm:pt>
    <dgm:pt modelId="{492B1FD5-957F-4163-84DC-8A8972FF200D}" type="parTrans" cxnId="{48C3237E-EE4C-4793-9E70-821C0BCFE618}">
      <dgm:prSet/>
      <dgm:spPr/>
      <dgm:t>
        <a:bodyPr/>
        <a:lstStyle/>
        <a:p>
          <a:endParaRPr lang="en-US"/>
        </a:p>
      </dgm:t>
    </dgm:pt>
    <dgm:pt modelId="{FBF8B2DB-8123-4CA2-891D-FD6467B1E916}" type="sibTrans" cxnId="{48C3237E-EE4C-4793-9E70-821C0BCFE618}">
      <dgm:prSet/>
      <dgm:spPr/>
      <dgm:t>
        <a:bodyPr/>
        <a:lstStyle/>
        <a:p>
          <a:endParaRPr lang="en-US"/>
        </a:p>
      </dgm:t>
    </dgm:pt>
    <dgm:pt modelId="{3F27A913-0301-434D-B88D-E0BFE0DF093C}">
      <dgm:prSet custT="1"/>
      <dgm:spPr/>
      <dgm:t>
        <a:bodyPr/>
        <a:lstStyle/>
        <a:p>
          <a:r>
            <a:rPr lang="en-US" sz="1500" baseline="0"/>
            <a:t>Monitor and Validate</a:t>
          </a:r>
        </a:p>
      </dgm:t>
    </dgm:pt>
    <dgm:pt modelId="{DD39D2C5-56C9-46D9-8472-033BDC0B1BBB}" type="parTrans" cxnId="{FB7B1947-C532-4709-97A9-EA4649B1D422}">
      <dgm:prSet/>
      <dgm:spPr/>
      <dgm:t>
        <a:bodyPr/>
        <a:lstStyle/>
        <a:p>
          <a:endParaRPr lang="en-US"/>
        </a:p>
      </dgm:t>
    </dgm:pt>
    <dgm:pt modelId="{CD621CF8-37D1-4B93-AE7C-725848176413}" type="sibTrans" cxnId="{FB7B1947-C532-4709-97A9-EA4649B1D422}">
      <dgm:prSet/>
      <dgm:spPr/>
      <dgm:t>
        <a:bodyPr/>
        <a:lstStyle/>
        <a:p>
          <a:endParaRPr lang="en-US"/>
        </a:p>
      </dgm:t>
    </dgm:pt>
    <dgm:pt modelId="{3892945A-82B3-495B-8E4F-829FA26126F8}" type="pres">
      <dgm:prSet presAssocID="{D1C4BF60-40C1-4E39-BBC2-52E40302C2B6}" presName="Name0" presStyleCnt="0">
        <dgm:presLayoutVars>
          <dgm:dir/>
          <dgm:animLvl val="lvl"/>
          <dgm:resizeHandles val="exact"/>
        </dgm:presLayoutVars>
      </dgm:prSet>
      <dgm:spPr/>
    </dgm:pt>
    <dgm:pt modelId="{AE5EAB8A-3C12-4382-84D8-50C8F04B947F}" type="pres">
      <dgm:prSet presAssocID="{DE78F30C-0C4D-454F-A86F-E4C3E8847649}" presName="boxAndChildren" presStyleCnt="0"/>
      <dgm:spPr/>
    </dgm:pt>
    <dgm:pt modelId="{F53CAB1F-2829-4662-8BCC-9FABD1F6BBAE}" type="pres">
      <dgm:prSet presAssocID="{DE78F30C-0C4D-454F-A86F-E4C3E8847649}" presName="parentTextBox" presStyleLbl="alignNode1" presStyleIdx="0" presStyleCnt="6"/>
      <dgm:spPr/>
    </dgm:pt>
    <dgm:pt modelId="{D53F9A87-E928-4F9E-A24C-4F3457AB6EAA}" type="pres">
      <dgm:prSet presAssocID="{DE78F30C-0C4D-454F-A86F-E4C3E8847649}" presName="descendantBox" presStyleLbl="bgAccFollowNode1" presStyleIdx="0" presStyleCnt="6" custScaleY="176182"/>
      <dgm:spPr/>
    </dgm:pt>
    <dgm:pt modelId="{5CFAAC7A-2C7D-4A41-A330-7A1627917BCA}" type="pres">
      <dgm:prSet presAssocID="{6755FF45-C88B-4DC2-9813-AB945A0272A6}" presName="sp" presStyleCnt="0"/>
      <dgm:spPr/>
    </dgm:pt>
    <dgm:pt modelId="{A7C52E35-BF01-48CC-8DC2-1F66ADECD6EE}" type="pres">
      <dgm:prSet presAssocID="{604C8CC5-8028-460E-8986-4D3419987101}" presName="arrowAndChildren" presStyleCnt="0"/>
      <dgm:spPr/>
    </dgm:pt>
    <dgm:pt modelId="{F568BDF5-92BF-4DA8-9D96-D3A534013A53}" type="pres">
      <dgm:prSet presAssocID="{604C8CC5-8028-460E-8986-4D3419987101}" presName="parentTextArrow" presStyleLbl="node1" presStyleIdx="0" presStyleCnt="0"/>
      <dgm:spPr/>
    </dgm:pt>
    <dgm:pt modelId="{7A7792E7-C939-4755-8D31-F805E8FCDB83}" type="pres">
      <dgm:prSet presAssocID="{604C8CC5-8028-460E-8986-4D3419987101}" presName="arrow" presStyleLbl="alignNode1" presStyleIdx="1" presStyleCnt="6"/>
      <dgm:spPr/>
    </dgm:pt>
    <dgm:pt modelId="{662D83A6-E061-415B-9C1E-031FD0E7BE69}" type="pres">
      <dgm:prSet presAssocID="{604C8CC5-8028-460E-8986-4D3419987101}" presName="descendantArrow" presStyleLbl="bgAccFollowNode1" presStyleIdx="1" presStyleCnt="6" custScaleY="159448"/>
      <dgm:spPr/>
    </dgm:pt>
    <dgm:pt modelId="{BB6CBFA5-2385-4397-8720-0A915076020A}" type="pres">
      <dgm:prSet presAssocID="{52DC0F3B-758D-4185-A651-41E84829FE3D}" presName="sp" presStyleCnt="0"/>
      <dgm:spPr/>
    </dgm:pt>
    <dgm:pt modelId="{026C4E72-CE06-4B52-9BDB-7D44B16FFF03}" type="pres">
      <dgm:prSet presAssocID="{BEC78D44-5196-48C1-B476-75E0A765DD9B}" presName="arrowAndChildren" presStyleCnt="0"/>
      <dgm:spPr/>
    </dgm:pt>
    <dgm:pt modelId="{C57DAA53-DF9F-4AE1-A4B3-4BA6E28E0209}" type="pres">
      <dgm:prSet presAssocID="{BEC78D44-5196-48C1-B476-75E0A765DD9B}" presName="parentTextArrow" presStyleLbl="node1" presStyleIdx="0" presStyleCnt="0"/>
      <dgm:spPr/>
    </dgm:pt>
    <dgm:pt modelId="{2B276A97-D448-4297-9883-1117FBC1E3E0}" type="pres">
      <dgm:prSet presAssocID="{BEC78D44-5196-48C1-B476-75E0A765DD9B}" presName="arrow" presStyleLbl="alignNode1" presStyleIdx="2" presStyleCnt="6"/>
      <dgm:spPr/>
    </dgm:pt>
    <dgm:pt modelId="{69AFF742-8923-42EB-8366-7582E47EF27D}" type="pres">
      <dgm:prSet presAssocID="{BEC78D44-5196-48C1-B476-75E0A765DD9B}" presName="descendantArrow" presStyleLbl="bgAccFollowNode1" presStyleIdx="2" presStyleCnt="6" custScaleY="155705"/>
      <dgm:spPr/>
    </dgm:pt>
    <dgm:pt modelId="{E208EAD0-3872-48E7-B26D-264E89EF8A79}" type="pres">
      <dgm:prSet presAssocID="{2082F59A-8673-4121-91BB-764EC7BABCA8}" presName="sp" presStyleCnt="0"/>
      <dgm:spPr/>
    </dgm:pt>
    <dgm:pt modelId="{5B97F549-2A05-4722-B82B-B2F8673B73CD}" type="pres">
      <dgm:prSet presAssocID="{A74FFCB2-F42B-40BB-BACE-4B00DD462583}" presName="arrowAndChildren" presStyleCnt="0"/>
      <dgm:spPr/>
    </dgm:pt>
    <dgm:pt modelId="{FE65EBFB-28C4-4593-82D3-C3BB7FDF549D}" type="pres">
      <dgm:prSet presAssocID="{A74FFCB2-F42B-40BB-BACE-4B00DD462583}" presName="parentTextArrow" presStyleLbl="node1" presStyleIdx="0" presStyleCnt="0"/>
      <dgm:spPr/>
    </dgm:pt>
    <dgm:pt modelId="{F4E698C4-1FC0-4B17-AACE-F8A22ADF32B6}" type="pres">
      <dgm:prSet presAssocID="{A74FFCB2-F42B-40BB-BACE-4B00DD462583}" presName="arrow" presStyleLbl="alignNode1" presStyleIdx="3" presStyleCnt="6"/>
      <dgm:spPr/>
    </dgm:pt>
    <dgm:pt modelId="{DE2222E5-44E7-462A-8272-22F92877E178}" type="pres">
      <dgm:prSet presAssocID="{A74FFCB2-F42B-40BB-BACE-4B00DD462583}" presName="descendantArrow" presStyleLbl="bgAccFollowNode1" presStyleIdx="3" presStyleCnt="6" custScaleY="163889"/>
      <dgm:spPr/>
    </dgm:pt>
    <dgm:pt modelId="{74C57EEE-8CC1-443E-9BD6-20CAD328081D}" type="pres">
      <dgm:prSet presAssocID="{EAC9F71E-7645-4291-96B1-B74F6995BD07}" presName="sp" presStyleCnt="0"/>
      <dgm:spPr/>
    </dgm:pt>
    <dgm:pt modelId="{F4F42CA7-70CE-4FC8-BA39-037F9B047010}" type="pres">
      <dgm:prSet presAssocID="{1DE71183-63F5-4D26-9E4E-A10E311A5E48}" presName="arrowAndChildren" presStyleCnt="0"/>
      <dgm:spPr/>
    </dgm:pt>
    <dgm:pt modelId="{97CC0AA2-E682-49F1-96EC-EEF0B4A9AC19}" type="pres">
      <dgm:prSet presAssocID="{1DE71183-63F5-4D26-9E4E-A10E311A5E48}" presName="parentTextArrow" presStyleLbl="node1" presStyleIdx="0" presStyleCnt="0"/>
      <dgm:spPr/>
    </dgm:pt>
    <dgm:pt modelId="{582D1FC9-94BF-416D-91F3-89E999216B6D}" type="pres">
      <dgm:prSet presAssocID="{1DE71183-63F5-4D26-9E4E-A10E311A5E48}" presName="arrow" presStyleLbl="alignNode1" presStyleIdx="4" presStyleCnt="6"/>
      <dgm:spPr/>
    </dgm:pt>
    <dgm:pt modelId="{61CE1E4C-FADC-46F0-9307-6C0C26580241}" type="pres">
      <dgm:prSet presAssocID="{1DE71183-63F5-4D26-9E4E-A10E311A5E48}" presName="descendantArrow" presStyleLbl="bgAccFollowNode1" presStyleIdx="4" presStyleCnt="6" custScaleY="140587"/>
      <dgm:spPr/>
    </dgm:pt>
    <dgm:pt modelId="{0F7F4385-6B76-4F68-AB73-E4AEAC9A0108}" type="pres">
      <dgm:prSet presAssocID="{908D3667-F42D-492D-BBB5-423A5A1AEBD4}" presName="sp" presStyleCnt="0"/>
      <dgm:spPr/>
    </dgm:pt>
    <dgm:pt modelId="{7448F148-FA5E-467A-A46E-AA7B67D9CB66}" type="pres">
      <dgm:prSet presAssocID="{CF60CA43-932F-4967-8A2E-61710D7D0DD3}" presName="arrowAndChildren" presStyleCnt="0"/>
      <dgm:spPr/>
    </dgm:pt>
    <dgm:pt modelId="{A30C9AD5-EF60-4325-ABE4-D17528887EDD}" type="pres">
      <dgm:prSet presAssocID="{CF60CA43-932F-4967-8A2E-61710D7D0DD3}" presName="parentTextArrow" presStyleLbl="node1" presStyleIdx="0" presStyleCnt="0"/>
      <dgm:spPr/>
    </dgm:pt>
    <dgm:pt modelId="{4A9FDCD7-0592-4A6C-A157-3A8DEB373DA5}" type="pres">
      <dgm:prSet presAssocID="{CF60CA43-932F-4967-8A2E-61710D7D0DD3}" presName="arrow" presStyleLbl="alignNode1" presStyleIdx="5" presStyleCnt="6"/>
      <dgm:spPr/>
    </dgm:pt>
    <dgm:pt modelId="{14BA197F-39F6-48BE-ACDD-540BEAEC7908}" type="pres">
      <dgm:prSet presAssocID="{CF60CA43-932F-4967-8A2E-61710D7D0DD3}" presName="descendantArrow" presStyleLbl="bgAccFollowNode1" presStyleIdx="5" presStyleCnt="6" custScaleY="165725"/>
      <dgm:spPr/>
    </dgm:pt>
  </dgm:ptLst>
  <dgm:cxnLst>
    <dgm:cxn modelId="{D4033C15-6A87-4F7A-95EB-602F87F5FC92}" srcId="{BEC78D44-5196-48C1-B476-75E0A765DD9B}" destId="{DCCA5C98-BC05-4826-8541-5001FB27CE15}" srcOrd="0" destOrd="0" parTransId="{8CC91E64-9D21-4FBB-A8B7-4B5F1DC7DE0E}" sibTransId="{EBACA837-8A6D-4AD7-9CBF-C16FD6A0AC1B}"/>
    <dgm:cxn modelId="{4701D318-22B8-463B-819E-D50273674DCF}" srcId="{D1C4BF60-40C1-4E39-BBC2-52E40302C2B6}" destId="{1DE71183-63F5-4D26-9E4E-A10E311A5E48}" srcOrd="1" destOrd="0" parTransId="{9E03800D-B2A7-4625-9B8E-ABC577797520}" sibTransId="{EAC9F71E-7645-4291-96B1-B74F6995BD07}"/>
    <dgm:cxn modelId="{BF4E1F31-6D68-44E5-B26D-078856C0E67E}" srcId="{D1C4BF60-40C1-4E39-BBC2-52E40302C2B6}" destId="{604C8CC5-8028-460E-8986-4D3419987101}" srcOrd="4" destOrd="0" parTransId="{BBE96CE5-66C9-4BBC-9D76-2BFC918B5E22}" sibTransId="{6755FF45-C88B-4DC2-9813-AB945A0272A6}"/>
    <dgm:cxn modelId="{9AE0B940-7CDF-4D77-80F1-A4357385D408}" type="presOf" srcId="{BEC78D44-5196-48C1-B476-75E0A765DD9B}" destId="{2B276A97-D448-4297-9883-1117FBC1E3E0}" srcOrd="1" destOrd="0" presId="urn:microsoft.com/office/officeart/2016/7/layout/VerticalDownArrowProcess"/>
    <dgm:cxn modelId="{7A776D5C-93A4-4C5F-A26E-C511C6B6AE3B}" type="presOf" srcId="{F55378F3-50D9-427C-9ABB-1188DDC7CFF8}" destId="{662D83A6-E061-415B-9C1E-031FD0E7BE69}" srcOrd="0" destOrd="0" presId="urn:microsoft.com/office/officeart/2016/7/layout/VerticalDownArrowProcess"/>
    <dgm:cxn modelId="{EDC52462-9BC2-431B-8B96-040A44613F64}" srcId="{D1C4BF60-40C1-4E39-BBC2-52E40302C2B6}" destId="{A74FFCB2-F42B-40BB-BACE-4B00DD462583}" srcOrd="2" destOrd="0" parTransId="{C169A4D7-061C-48B6-A42C-D905D4CF42BF}" sibTransId="{2082F59A-8673-4121-91BB-764EC7BABCA8}"/>
    <dgm:cxn modelId="{69A06064-B7E1-45C5-8816-69CD28A878A1}" type="presOf" srcId="{DE78F30C-0C4D-454F-A86F-E4C3E8847649}" destId="{F53CAB1F-2829-4662-8BCC-9FABD1F6BBAE}" srcOrd="0" destOrd="0" presId="urn:microsoft.com/office/officeart/2016/7/layout/VerticalDownArrowProcess"/>
    <dgm:cxn modelId="{88730B65-745D-4C79-99B5-5B49DC9A5B23}" srcId="{A74FFCB2-F42B-40BB-BACE-4B00DD462583}" destId="{9DB33777-427C-45AA-A710-063989F748A1}" srcOrd="0" destOrd="0" parTransId="{AF5822DC-E36E-439C-A1A7-E5358E29CB9C}" sibTransId="{8B2EC103-E812-4BA8-9048-94089863F56E}"/>
    <dgm:cxn modelId="{FB7B1947-C532-4709-97A9-EA4649B1D422}" srcId="{DE78F30C-0C4D-454F-A86F-E4C3E8847649}" destId="{3F27A913-0301-434D-B88D-E0BFE0DF093C}" srcOrd="0" destOrd="0" parTransId="{DD39D2C5-56C9-46D9-8472-033BDC0B1BBB}" sibTransId="{CD621CF8-37D1-4B93-AE7C-725848176413}"/>
    <dgm:cxn modelId="{F9F7194A-361C-4A49-84EC-5E762F165D1C}" type="presOf" srcId="{97D41B0A-E9D6-468A-B1B9-B9D3471548C2}" destId="{14BA197F-39F6-48BE-ACDD-540BEAEC7908}" srcOrd="0" destOrd="0" presId="urn:microsoft.com/office/officeart/2016/7/layout/VerticalDownArrowProcess"/>
    <dgm:cxn modelId="{05ADCB72-05CD-4819-AD5D-89D72F3CC711}" type="presOf" srcId="{802DFC9F-8E3A-42E0-A0AA-2A17364B5A01}" destId="{61CE1E4C-FADC-46F0-9307-6C0C26580241}" srcOrd="0" destOrd="0" presId="urn:microsoft.com/office/officeart/2016/7/layout/VerticalDownArrowProcess"/>
    <dgm:cxn modelId="{1E719F54-25D3-4E12-9B7F-9E3EBE356813}" type="presOf" srcId="{CF60CA43-932F-4967-8A2E-61710D7D0DD3}" destId="{A30C9AD5-EF60-4325-ABE4-D17528887EDD}" srcOrd="0" destOrd="0" presId="urn:microsoft.com/office/officeart/2016/7/layout/VerticalDownArrowProcess"/>
    <dgm:cxn modelId="{7B65DB75-5B8F-40DF-95C4-A279E1C8A131}" type="presOf" srcId="{9DB33777-427C-45AA-A710-063989F748A1}" destId="{DE2222E5-44E7-462A-8272-22F92877E178}" srcOrd="0" destOrd="0" presId="urn:microsoft.com/office/officeart/2016/7/layout/VerticalDownArrowProcess"/>
    <dgm:cxn modelId="{48C3237E-EE4C-4793-9E70-821C0BCFE618}" srcId="{D1C4BF60-40C1-4E39-BBC2-52E40302C2B6}" destId="{DE78F30C-0C4D-454F-A86F-E4C3E8847649}" srcOrd="5" destOrd="0" parTransId="{492B1FD5-957F-4163-84DC-8A8972FF200D}" sibTransId="{FBF8B2DB-8123-4CA2-891D-FD6467B1E916}"/>
    <dgm:cxn modelId="{1A9B2A86-C027-41E7-B45C-DC2A70D975F7}" srcId="{1DE71183-63F5-4D26-9E4E-A10E311A5E48}" destId="{802DFC9F-8E3A-42E0-A0AA-2A17364B5A01}" srcOrd="0" destOrd="0" parTransId="{B060E9E5-C978-4BBA-823C-9423DD0F3970}" sibTransId="{6A3C81B5-F5EC-41A3-8E04-80066CE7AD11}"/>
    <dgm:cxn modelId="{1F643E89-B356-429D-AFA7-009262A6A8DF}" type="presOf" srcId="{DCCA5C98-BC05-4826-8541-5001FB27CE15}" destId="{69AFF742-8923-42EB-8366-7582E47EF27D}" srcOrd="0" destOrd="0" presId="urn:microsoft.com/office/officeart/2016/7/layout/VerticalDownArrowProcess"/>
    <dgm:cxn modelId="{505E0B8B-D08D-4FB7-B866-005A06D73C7B}" type="presOf" srcId="{A74FFCB2-F42B-40BB-BACE-4B00DD462583}" destId="{FE65EBFB-28C4-4593-82D3-C3BB7FDF549D}" srcOrd="0" destOrd="0" presId="urn:microsoft.com/office/officeart/2016/7/layout/VerticalDownArrowProcess"/>
    <dgm:cxn modelId="{7B8B7F92-8C07-46D7-8C05-B083D9550AD0}" srcId="{CF60CA43-932F-4967-8A2E-61710D7D0DD3}" destId="{97D41B0A-E9D6-468A-B1B9-B9D3471548C2}" srcOrd="0" destOrd="0" parTransId="{41BC4247-2A7D-4EBD-871F-AFA1AD2027C1}" sibTransId="{71FF79F3-F3EB-41C0-BE4C-7BF158024170}"/>
    <dgm:cxn modelId="{A1E79F95-E454-4F45-9A93-5018C66DD7EB}" type="presOf" srcId="{A74FFCB2-F42B-40BB-BACE-4B00DD462583}" destId="{F4E698C4-1FC0-4B17-AACE-F8A22ADF32B6}" srcOrd="1" destOrd="0" presId="urn:microsoft.com/office/officeart/2016/7/layout/VerticalDownArrowProcess"/>
    <dgm:cxn modelId="{C4510F98-5249-4315-86F4-3CF33A771A72}" srcId="{D1C4BF60-40C1-4E39-BBC2-52E40302C2B6}" destId="{BEC78D44-5196-48C1-B476-75E0A765DD9B}" srcOrd="3" destOrd="0" parTransId="{A6FF038B-33D4-449A-9E59-94C246CE6F9C}" sibTransId="{52DC0F3B-758D-4185-A651-41E84829FE3D}"/>
    <dgm:cxn modelId="{7A2ED9A2-5416-4A6A-853F-000B5A68CA7A}" type="presOf" srcId="{1DE71183-63F5-4D26-9E4E-A10E311A5E48}" destId="{582D1FC9-94BF-416D-91F3-89E999216B6D}" srcOrd="1" destOrd="0" presId="urn:microsoft.com/office/officeart/2016/7/layout/VerticalDownArrowProcess"/>
    <dgm:cxn modelId="{192C26A3-B1F0-4BF6-A4E0-6D29040C46A9}" srcId="{D1C4BF60-40C1-4E39-BBC2-52E40302C2B6}" destId="{CF60CA43-932F-4967-8A2E-61710D7D0DD3}" srcOrd="0" destOrd="0" parTransId="{0E4297A7-5B02-48A3-B9DE-6E7F7D124426}" sibTransId="{908D3667-F42D-492D-BBB5-423A5A1AEBD4}"/>
    <dgm:cxn modelId="{42F693A5-27C8-463D-9B1E-267298A438B1}" srcId="{604C8CC5-8028-460E-8986-4D3419987101}" destId="{F55378F3-50D9-427C-9ABB-1188DDC7CFF8}" srcOrd="0" destOrd="0" parTransId="{237A767D-850C-4E36-A3F3-0E7151B58D9B}" sibTransId="{E7FF908A-D199-42D1-8F8E-A8B5A17346AA}"/>
    <dgm:cxn modelId="{AEEB6FB2-F89B-4B62-A16C-7A6F9B7CF8DD}" type="presOf" srcId="{BEC78D44-5196-48C1-B476-75E0A765DD9B}" destId="{C57DAA53-DF9F-4AE1-A4B3-4BA6E28E0209}" srcOrd="0" destOrd="0" presId="urn:microsoft.com/office/officeart/2016/7/layout/VerticalDownArrowProcess"/>
    <dgm:cxn modelId="{B0A7B1BC-4825-427D-B62F-6CF8BAA24086}" type="presOf" srcId="{604C8CC5-8028-460E-8986-4D3419987101}" destId="{7A7792E7-C939-4755-8D31-F805E8FCDB83}" srcOrd="1" destOrd="0" presId="urn:microsoft.com/office/officeart/2016/7/layout/VerticalDownArrowProcess"/>
    <dgm:cxn modelId="{9E6221BF-FC9A-49FD-B60C-1EA0FE7CD3AE}" type="presOf" srcId="{3F27A913-0301-434D-B88D-E0BFE0DF093C}" destId="{D53F9A87-E928-4F9E-A24C-4F3457AB6EAA}" srcOrd="0" destOrd="0" presId="urn:microsoft.com/office/officeart/2016/7/layout/VerticalDownArrowProcess"/>
    <dgm:cxn modelId="{0B967FBF-B218-4F66-AE33-5A0622E0D2E8}" type="presOf" srcId="{1DE71183-63F5-4D26-9E4E-A10E311A5E48}" destId="{97CC0AA2-E682-49F1-96EC-EEF0B4A9AC19}" srcOrd="0" destOrd="0" presId="urn:microsoft.com/office/officeart/2016/7/layout/VerticalDownArrowProcess"/>
    <dgm:cxn modelId="{C31EA9F0-E8A2-4083-9F43-DA44CBF1C753}" type="presOf" srcId="{D1C4BF60-40C1-4E39-BBC2-52E40302C2B6}" destId="{3892945A-82B3-495B-8E4F-829FA26126F8}" srcOrd="0" destOrd="0" presId="urn:microsoft.com/office/officeart/2016/7/layout/VerticalDownArrowProcess"/>
    <dgm:cxn modelId="{C1ABEEF1-CFB0-4EC6-9A6D-96790D7F534F}" type="presOf" srcId="{CF60CA43-932F-4967-8A2E-61710D7D0DD3}" destId="{4A9FDCD7-0592-4A6C-A157-3A8DEB373DA5}" srcOrd="1" destOrd="0" presId="urn:microsoft.com/office/officeart/2016/7/layout/VerticalDownArrowProcess"/>
    <dgm:cxn modelId="{83148CF8-61FF-4F4C-A957-66DFF4DE983B}" type="presOf" srcId="{604C8CC5-8028-460E-8986-4D3419987101}" destId="{F568BDF5-92BF-4DA8-9D96-D3A534013A53}" srcOrd="0" destOrd="0" presId="urn:microsoft.com/office/officeart/2016/7/layout/VerticalDownArrowProcess"/>
    <dgm:cxn modelId="{C5DCA712-1E00-41A9-9391-6E05D5EC4C00}" type="presParOf" srcId="{3892945A-82B3-495B-8E4F-829FA26126F8}" destId="{AE5EAB8A-3C12-4382-84D8-50C8F04B947F}" srcOrd="0" destOrd="0" presId="urn:microsoft.com/office/officeart/2016/7/layout/VerticalDownArrowProcess"/>
    <dgm:cxn modelId="{07554E45-3989-498E-8E74-3B94376EACDB}" type="presParOf" srcId="{AE5EAB8A-3C12-4382-84D8-50C8F04B947F}" destId="{F53CAB1F-2829-4662-8BCC-9FABD1F6BBAE}" srcOrd="0" destOrd="0" presId="urn:microsoft.com/office/officeart/2016/7/layout/VerticalDownArrowProcess"/>
    <dgm:cxn modelId="{4F07D734-FDCD-413C-9D0D-A221AD9D147B}" type="presParOf" srcId="{AE5EAB8A-3C12-4382-84D8-50C8F04B947F}" destId="{D53F9A87-E928-4F9E-A24C-4F3457AB6EAA}" srcOrd="1" destOrd="0" presId="urn:microsoft.com/office/officeart/2016/7/layout/VerticalDownArrowProcess"/>
    <dgm:cxn modelId="{35B41861-A220-4FD4-B938-6A69F0F6D44B}" type="presParOf" srcId="{3892945A-82B3-495B-8E4F-829FA26126F8}" destId="{5CFAAC7A-2C7D-4A41-A330-7A1627917BCA}" srcOrd="1" destOrd="0" presId="urn:microsoft.com/office/officeart/2016/7/layout/VerticalDownArrowProcess"/>
    <dgm:cxn modelId="{B7558AEB-3AFA-40CC-9F7C-A8C3F51736FE}" type="presParOf" srcId="{3892945A-82B3-495B-8E4F-829FA26126F8}" destId="{A7C52E35-BF01-48CC-8DC2-1F66ADECD6EE}" srcOrd="2" destOrd="0" presId="urn:microsoft.com/office/officeart/2016/7/layout/VerticalDownArrowProcess"/>
    <dgm:cxn modelId="{84A08D2F-B692-4857-8D5A-509D3563DFDD}" type="presParOf" srcId="{A7C52E35-BF01-48CC-8DC2-1F66ADECD6EE}" destId="{F568BDF5-92BF-4DA8-9D96-D3A534013A53}" srcOrd="0" destOrd="0" presId="urn:microsoft.com/office/officeart/2016/7/layout/VerticalDownArrowProcess"/>
    <dgm:cxn modelId="{16275933-C093-454B-BFE5-2441867DE60C}" type="presParOf" srcId="{A7C52E35-BF01-48CC-8DC2-1F66ADECD6EE}" destId="{7A7792E7-C939-4755-8D31-F805E8FCDB83}" srcOrd="1" destOrd="0" presId="urn:microsoft.com/office/officeart/2016/7/layout/VerticalDownArrowProcess"/>
    <dgm:cxn modelId="{B3277438-B90F-426A-8278-62962F2F1E32}" type="presParOf" srcId="{A7C52E35-BF01-48CC-8DC2-1F66ADECD6EE}" destId="{662D83A6-E061-415B-9C1E-031FD0E7BE69}" srcOrd="2" destOrd="0" presId="urn:microsoft.com/office/officeart/2016/7/layout/VerticalDownArrowProcess"/>
    <dgm:cxn modelId="{E33D30AE-2BA9-4D73-AA50-1ABC47DC19D4}" type="presParOf" srcId="{3892945A-82B3-495B-8E4F-829FA26126F8}" destId="{BB6CBFA5-2385-4397-8720-0A915076020A}" srcOrd="3" destOrd="0" presId="urn:microsoft.com/office/officeart/2016/7/layout/VerticalDownArrowProcess"/>
    <dgm:cxn modelId="{03C83792-1413-4840-AB3C-978A292C6344}" type="presParOf" srcId="{3892945A-82B3-495B-8E4F-829FA26126F8}" destId="{026C4E72-CE06-4B52-9BDB-7D44B16FFF03}" srcOrd="4" destOrd="0" presId="urn:microsoft.com/office/officeart/2016/7/layout/VerticalDownArrowProcess"/>
    <dgm:cxn modelId="{859AE93E-247E-43D9-91EB-911B7DE7689A}" type="presParOf" srcId="{026C4E72-CE06-4B52-9BDB-7D44B16FFF03}" destId="{C57DAA53-DF9F-4AE1-A4B3-4BA6E28E0209}" srcOrd="0" destOrd="0" presId="urn:microsoft.com/office/officeart/2016/7/layout/VerticalDownArrowProcess"/>
    <dgm:cxn modelId="{6E09D566-955E-4F07-8A1C-8BC011AEBE3A}" type="presParOf" srcId="{026C4E72-CE06-4B52-9BDB-7D44B16FFF03}" destId="{2B276A97-D448-4297-9883-1117FBC1E3E0}" srcOrd="1" destOrd="0" presId="urn:microsoft.com/office/officeart/2016/7/layout/VerticalDownArrowProcess"/>
    <dgm:cxn modelId="{10F08EA6-8BCD-4982-B9A0-173A57DF185B}" type="presParOf" srcId="{026C4E72-CE06-4B52-9BDB-7D44B16FFF03}" destId="{69AFF742-8923-42EB-8366-7582E47EF27D}" srcOrd="2" destOrd="0" presId="urn:microsoft.com/office/officeart/2016/7/layout/VerticalDownArrowProcess"/>
    <dgm:cxn modelId="{67D6884D-543C-41B6-ACCF-7D5A1E1AF4F5}" type="presParOf" srcId="{3892945A-82B3-495B-8E4F-829FA26126F8}" destId="{E208EAD0-3872-48E7-B26D-264E89EF8A79}" srcOrd="5" destOrd="0" presId="urn:microsoft.com/office/officeart/2016/7/layout/VerticalDownArrowProcess"/>
    <dgm:cxn modelId="{DAF47704-D199-4612-9A6D-51865D1F6FF7}" type="presParOf" srcId="{3892945A-82B3-495B-8E4F-829FA26126F8}" destId="{5B97F549-2A05-4722-B82B-B2F8673B73CD}" srcOrd="6" destOrd="0" presId="urn:microsoft.com/office/officeart/2016/7/layout/VerticalDownArrowProcess"/>
    <dgm:cxn modelId="{6F2E3654-BBD1-4BC1-AA91-7FF63F8E0001}" type="presParOf" srcId="{5B97F549-2A05-4722-B82B-B2F8673B73CD}" destId="{FE65EBFB-28C4-4593-82D3-C3BB7FDF549D}" srcOrd="0" destOrd="0" presId="urn:microsoft.com/office/officeart/2016/7/layout/VerticalDownArrowProcess"/>
    <dgm:cxn modelId="{CD5C8143-ACB1-4E97-96A7-510CA76D8718}" type="presParOf" srcId="{5B97F549-2A05-4722-B82B-B2F8673B73CD}" destId="{F4E698C4-1FC0-4B17-AACE-F8A22ADF32B6}" srcOrd="1" destOrd="0" presId="urn:microsoft.com/office/officeart/2016/7/layout/VerticalDownArrowProcess"/>
    <dgm:cxn modelId="{642A5009-B667-430D-A6CC-ACEFDD005976}" type="presParOf" srcId="{5B97F549-2A05-4722-B82B-B2F8673B73CD}" destId="{DE2222E5-44E7-462A-8272-22F92877E178}" srcOrd="2" destOrd="0" presId="urn:microsoft.com/office/officeart/2016/7/layout/VerticalDownArrowProcess"/>
    <dgm:cxn modelId="{498FA581-D89F-4A2A-A361-0AD756480F2B}" type="presParOf" srcId="{3892945A-82B3-495B-8E4F-829FA26126F8}" destId="{74C57EEE-8CC1-443E-9BD6-20CAD328081D}" srcOrd="7" destOrd="0" presId="urn:microsoft.com/office/officeart/2016/7/layout/VerticalDownArrowProcess"/>
    <dgm:cxn modelId="{9E93231A-62E4-427E-993A-F6065DBB6423}" type="presParOf" srcId="{3892945A-82B3-495B-8E4F-829FA26126F8}" destId="{F4F42CA7-70CE-4FC8-BA39-037F9B047010}" srcOrd="8" destOrd="0" presId="urn:microsoft.com/office/officeart/2016/7/layout/VerticalDownArrowProcess"/>
    <dgm:cxn modelId="{FD487472-35B4-45A0-A56A-9E8F49D01FF7}" type="presParOf" srcId="{F4F42CA7-70CE-4FC8-BA39-037F9B047010}" destId="{97CC0AA2-E682-49F1-96EC-EEF0B4A9AC19}" srcOrd="0" destOrd="0" presId="urn:microsoft.com/office/officeart/2016/7/layout/VerticalDownArrowProcess"/>
    <dgm:cxn modelId="{938F62BA-CBC7-4EFB-97DF-5DFCF974C127}" type="presParOf" srcId="{F4F42CA7-70CE-4FC8-BA39-037F9B047010}" destId="{582D1FC9-94BF-416D-91F3-89E999216B6D}" srcOrd="1" destOrd="0" presId="urn:microsoft.com/office/officeart/2016/7/layout/VerticalDownArrowProcess"/>
    <dgm:cxn modelId="{03116050-E61E-4DDD-B445-3BDF21FC45A3}" type="presParOf" srcId="{F4F42CA7-70CE-4FC8-BA39-037F9B047010}" destId="{61CE1E4C-FADC-46F0-9307-6C0C26580241}" srcOrd="2" destOrd="0" presId="urn:microsoft.com/office/officeart/2016/7/layout/VerticalDownArrowProcess"/>
    <dgm:cxn modelId="{BCEBDC1C-9292-4483-A743-B225A5367ABB}" type="presParOf" srcId="{3892945A-82B3-495B-8E4F-829FA26126F8}" destId="{0F7F4385-6B76-4F68-AB73-E4AEAC9A0108}" srcOrd="9" destOrd="0" presId="urn:microsoft.com/office/officeart/2016/7/layout/VerticalDownArrowProcess"/>
    <dgm:cxn modelId="{FE13F044-646E-49E6-B3F0-74A45187BA58}" type="presParOf" srcId="{3892945A-82B3-495B-8E4F-829FA26126F8}" destId="{7448F148-FA5E-467A-A46E-AA7B67D9CB66}" srcOrd="10" destOrd="0" presId="urn:microsoft.com/office/officeart/2016/7/layout/VerticalDownArrowProcess"/>
    <dgm:cxn modelId="{D900311B-C772-4968-B0AA-3A149558EA33}" type="presParOf" srcId="{7448F148-FA5E-467A-A46E-AA7B67D9CB66}" destId="{A30C9AD5-EF60-4325-ABE4-D17528887EDD}" srcOrd="0" destOrd="0" presId="urn:microsoft.com/office/officeart/2016/7/layout/VerticalDownArrowProcess"/>
    <dgm:cxn modelId="{34566010-5C5C-4BFB-95EF-EE5BCC91A2F2}" type="presParOf" srcId="{7448F148-FA5E-467A-A46E-AA7B67D9CB66}" destId="{4A9FDCD7-0592-4A6C-A157-3A8DEB373DA5}" srcOrd="1" destOrd="0" presId="urn:microsoft.com/office/officeart/2016/7/layout/VerticalDownArrowProcess"/>
    <dgm:cxn modelId="{3C911A39-6561-482A-B637-647BB566DB38}" type="presParOf" srcId="{7448F148-FA5E-467A-A46E-AA7B67D9CB66}" destId="{14BA197F-39F6-48BE-ACDD-540BEAEC7908}"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E63CB0-E684-48D3-AF67-89674B96E2B5}"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8F5251CD-D84D-434B-97E6-23C27603A38E}">
      <dgm:prSet custT="1"/>
      <dgm:spPr/>
      <dgm:t>
        <a:bodyPr/>
        <a:lstStyle/>
        <a:p>
          <a:r>
            <a:rPr lang="en-US" sz="1550" baseline="0"/>
            <a:t>Data Format Standardization</a:t>
          </a:r>
        </a:p>
      </dgm:t>
    </dgm:pt>
    <dgm:pt modelId="{ACA0486E-9ABD-4F81-B3E9-AB3DBA1AA1B7}" type="parTrans" cxnId="{01C53F29-05D5-4060-9B6F-8BB1F408411F}">
      <dgm:prSet/>
      <dgm:spPr/>
      <dgm:t>
        <a:bodyPr/>
        <a:lstStyle/>
        <a:p>
          <a:endParaRPr lang="en-US"/>
        </a:p>
      </dgm:t>
    </dgm:pt>
    <dgm:pt modelId="{A80E3F38-2795-4582-ABD9-EB174FDBB708}" type="sibTrans" cxnId="{01C53F29-05D5-4060-9B6F-8BB1F408411F}">
      <dgm:prSet/>
      <dgm:spPr/>
      <dgm:t>
        <a:bodyPr/>
        <a:lstStyle/>
        <a:p>
          <a:endParaRPr lang="en-US"/>
        </a:p>
      </dgm:t>
    </dgm:pt>
    <dgm:pt modelId="{B3A552D6-531B-4881-A981-0540CA6C218A}">
      <dgm:prSet custT="1"/>
      <dgm:spPr/>
      <dgm:t>
        <a:bodyPr/>
        <a:lstStyle/>
        <a:p>
          <a:r>
            <a:rPr lang="en-US" sz="1550" baseline="0"/>
            <a:t>Corrected all date fields to a unified format to prevent parsing errors and ensure chronological consistency.</a:t>
          </a:r>
        </a:p>
      </dgm:t>
    </dgm:pt>
    <dgm:pt modelId="{76DCDEE4-A57D-4EDC-B8C0-AA89506AC1F1}" type="parTrans" cxnId="{2406C4EF-8F6F-4A7E-B2EC-DF6E993F3729}">
      <dgm:prSet/>
      <dgm:spPr/>
      <dgm:t>
        <a:bodyPr/>
        <a:lstStyle/>
        <a:p>
          <a:endParaRPr lang="en-US"/>
        </a:p>
      </dgm:t>
    </dgm:pt>
    <dgm:pt modelId="{1F71F72C-5A80-4382-89BB-DA59B1CE9851}" type="sibTrans" cxnId="{2406C4EF-8F6F-4A7E-B2EC-DF6E993F3729}">
      <dgm:prSet/>
      <dgm:spPr/>
      <dgm:t>
        <a:bodyPr/>
        <a:lstStyle/>
        <a:p>
          <a:endParaRPr lang="en-US"/>
        </a:p>
      </dgm:t>
    </dgm:pt>
    <dgm:pt modelId="{17BA43CC-7E32-4B60-8391-1FEF5A902132}">
      <dgm:prSet custT="1"/>
      <dgm:spPr/>
      <dgm:t>
        <a:bodyPr/>
        <a:lstStyle/>
        <a:p>
          <a:r>
            <a:rPr lang="en-US" sz="1550" baseline="0"/>
            <a:t>Row Quality Filtering</a:t>
          </a:r>
        </a:p>
      </dgm:t>
    </dgm:pt>
    <dgm:pt modelId="{DF42808E-4448-4F2E-930A-798050448F86}" type="parTrans" cxnId="{A0B6E4A5-7817-4B6F-9235-FE272D743308}">
      <dgm:prSet/>
      <dgm:spPr/>
      <dgm:t>
        <a:bodyPr/>
        <a:lstStyle/>
        <a:p>
          <a:endParaRPr lang="en-US"/>
        </a:p>
      </dgm:t>
    </dgm:pt>
    <dgm:pt modelId="{3A248B57-B6B4-4AF6-8830-B4A83E79704A}" type="sibTrans" cxnId="{A0B6E4A5-7817-4B6F-9235-FE272D743308}">
      <dgm:prSet/>
      <dgm:spPr/>
      <dgm:t>
        <a:bodyPr/>
        <a:lstStyle/>
        <a:p>
          <a:endParaRPr lang="en-US"/>
        </a:p>
      </dgm:t>
    </dgm:pt>
    <dgm:pt modelId="{1398E224-0673-48A8-BFEF-DE9BC8360610}">
      <dgm:prSet custT="1"/>
      <dgm:spPr/>
      <dgm:t>
        <a:bodyPr/>
        <a:lstStyle/>
        <a:p>
          <a:r>
            <a:rPr lang="en-US" sz="1550" baseline="0"/>
            <a:t>Identified and dropped 98 rows where the loan closing date was earlier than the opening date, removing invalid records from analysis.</a:t>
          </a:r>
        </a:p>
      </dgm:t>
    </dgm:pt>
    <dgm:pt modelId="{766808A4-6140-4FBC-90E0-FA1C027BD34C}" type="parTrans" cxnId="{A6FE7307-A811-4895-8B98-FE1B4525FC2D}">
      <dgm:prSet/>
      <dgm:spPr/>
      <dgm:t>
        <a:bodyPr/>
        <a:lstStyle/>
        <a:p>
          <a:endParaRPr lang="en-US"/>
        </a:p>
      </dgm:t>
    </dgm:pt>
    <dgm:pt modelId="{1DA64FE5-0323-4B5F-9910-107D8F41C2AC}" type="sibTrans" cxnId="{A6FE7307-A811-4895-8B98-FE1B4525FC2D}">
      <dgm:prSet/>
      <dgm:spPr/>
      <dgm:t>
        <a:bodyPr/>
        <a:lstStyle/>
        <a:p>
          <a:endParaRPr lang="en-US"/>
        </a:p>
      </dgm:t>
    </dgm:pt>
    <dgm:pt modelId="{568BA123-FC7C-4287-BF06-EC0A8F5E4E4E}">
      <dgm:prSet custT="1"/>
      <dgm:spPr/>
      <dgm:t>
        <a:bodyPr/>
        <a:lstStyle/>
        <a:p>
          <a:r>
            <a:rPr lang="en-US" sz="1550" baseline="0"/>
            <a:t>Imputation of Missing Values</a:t>
          </a:r>
        </a:p>
      </dgm:t>
    </dgm:pt>
    <dgm:pt modelId="{46E81DBC-3F0D-4B25-BD02-306F052D1990}" type="parTrans" cxnId="{02F8E23B-9782-4830-A74D-F274DF99AF61}">
      <dgm:prSet/>
      <dgm:spPr/>
      <dgm:t>
        <a:bodyPr/>
        <a:lstStyle/>
        <a:p>
          <a:endParaRPr lang="en-US"/>
        </a:p>
      </dgm:t>
    </dgm:pt>
    <dgm:pt modelId="{46114D3C-0802-4C25-8B5F-54C3A2D877E6}" type="sibTrans" cxnId="{02F8E23B-9782-4830-A74D-F274DF99AF61}">
      <dgm:prSet/>
      <dgm:spPr/>
      <dgm:t>
        <a:bodyPr/>
        <a:lstStyle/>
        <a:p>
          <a:endParaRPr lang="en-US"/>
        </a:p>
      </dgm:t>
    </dgm:pt>
    <dgm:pt modelId="{B9457703-A4B4-4A33-9085-306FCD1E91AB}">
      <dgm:prSet custT="1"/>
      <dgm:spPr/>
      <dgm:t>
        <a:bodyPr/>
        <a:lstStyle/>
        <a:p>
          <a:r>
            <a:rPr lang="en-US" sz="1550" baseline="0"/>
            <a:t>For records where loan tenure (months) was zero (an impossible scenario), imputed values using the mean tenure of other loans for each respective product category to maintain data reliability.</a:t>
          </a:r>
        </a:p>
      </dgm:t>
    </dgm:pt>
    <dgm:pt modelId="{2DC6401F-52B4-4DC3-B80C-AFF104CE7A47}" type="parTrans" cxnId="{057DB535-1355-43D1-9627-FF28DF50344F}">
      <dgm:prSet/>
      <dgm:spPr/>
      <dgm:t>
        <a:bodyPr/>
        <a:lstStyle/>
        <a:p>
          <a:endParaRPr lang="en-US"/>
        </a:p>
      </dgm:t>
    </dgm:pt>
    <dgm:pt modelId="{46DA0D85-5564-4E75-9FC2-27444802A966}" type="sibTrans" cxnId="{057DB535-1355-43D1-9627-FF28DF50344F}">
      <dgm:prSet/>
      <dgm:spPr/>
      <dgm:t>
        <a:bodyPr/>
        <a:lstStyle/>
        <a:p>
          <a:endParaRPr lang="en-US"/>
        </a:p>
      </dgm:t>
    </dgm:pt>
    <dgm:pt modelId="{D8FCE068-373D-4AAB-89A5-D33BBFB04D62}">
      <dgm:prSet custT="1"/>
      <dgm:spPr/>
      <dgm:t>
        <a:bodyPr/>
        <a:lstStyle/>
        <a:p>
          <a:r>
            <a:rPr lang="en-US" sz="1550" baseline="0"/>
            <a:t>Integrity and Consistency Checks</a:t>
          </a:r>
        </a:p>
      </dgm:t>
    </dgm:pt>
    <dgm:pt modelId="{6321389B-8539-4BE1-83EB-9852AC1FB7DD}" type="parTrans" cxnId="{0EA3CB6F-D558-427F-A6D9-18A0AA351668}">
      <dgm:prSet/>
      <dgm:spPr/>
      <dgm:t>
        <a:bodyPr/>
        <a:lstStyle/>
        <a:p>
          <a:endParaRPr lang="en-US"/>
        </a:p>
      </dgm:t>
    </dgm:pt>
    <dgm:pt modelId="{425A6C2C-DD5A-41DA-85A3-BB8D00531971}" type="sibTrans" cxnId="{0EA3CB6F-D558-427F-A6D9-18A0AA351668}">
      <dgm:prSet/>
      <dgm:spPr/>
      <dgm:t>
        <a:bodyPr/>
        <a:lstStyle/>
        <a:p>
          <a:endParaRPr lang="en-US"/>
        </a:p>
      </dgm:t>
    </dgm:pt>
    <dgm:pt modelId="{E725F6A9-AD2D-43E7-A461-5132E784E9EF}">
      <dgm:prSet custT="1"/>
      <dgm:spPr/>
      <dgm:t>
        <a:bodyPr/>
        <a:lstStyle/>
        <a:p>
          <a:r>
            <a:rPr lang="en-US" sz="1550" baseline="0"/>
            <a:t>Ensured all key columns (</a:t>
          </a:r>
          <a:r>
            <a:rPr lang="en-US" sz="1550" baseline="0" err="1"/>
            <a:t>loan_id</a:t>
          </a:r>
          <a:r>
            <a:rPr lang="en-US" sz="1550" baseline="0"/>
            <a:t>, </a:t>
          </a:r>
          <a:r>
            <a:rPr lang="en-US" sz="1550" baseline="0" err="1"/>
            <a:t>customer_id</a:t>
          </a:r>
          <a:r>
            <a:rPr lang="en-US" sz="1550" baseline="0"/>
            <a:t>, </a:t>
          </a:r>
          <a:r>
            <a:rPr lang="en-US" sz="1550" baseline="0" err="1"/>
            <a:t>product_id</a:t>
          </a:r>
          <a:r>
            <a:rPr lang="en-US" sz="1550" baseline="0"/>
            <a:t>) were valid and present for each record, supporting clean joins and accurate analytics.</a:t>
          </a:r>
        </a:p>
      </dgm:t>
    </dgm:pt>
    <dgm:pt modelId="{07839223-5815-400B-97DF-BD51C7F81FAA}" type="parTrans" cxnId="{6FC47E3B-BA89-4754-A49F-EEDF3F4B6DF3}">
      <dgm:prSet/>
      <dgm:spPr/>
      <dgm:t>
        <a:bodyPr/>
        <a:lstStyle/>
        <a:p>
          <a:endParaRPr lang="en-US"/>
        </a:p>
      </dgm:t>
    </dgm:pt>
    <dgm:pt modelId="{DC2E0C75-F165-4FAC-BCE1-61CB30B50465}" type="sibTrans" cxnId="{6FC47E3B-BA89-4754-A49F-EEDF3F4B6DF3}">
      <dgm:prSet/>
      <dgm:spPr/>
      <dgm:t>
        <a:bodyPr/>
        <a:lstStyle/>
        <a:p>
          <a:endParaRPr lang="en-US"/>
        </a:p>
      </dgm:t>
    </dgm:pt>
    <dgm:pt modelId="{332F6E79-645C-4C6B-A74D-A279A5DCFB0E}" type="pres">
      <dgm:prSet presAssocID="{F6E63CB0-E684-48D3-AF67-89674B96E2B5}" presName="hierChild1" presStyleCnt="0">
        <dgm:presLayoutVars>
          <dgm:chPref val="1"/>
          <dgm:dir/>
          <dgm:animOne val="branch"/>
          <dgm:animLvl val="lvl"/>
          <dgm:resizeHandles/>
        </dgm:presLayoutVars>
      </dgm:prSet>
      <dgm:spPr/>
    </dgm:pt>
    <dgm:pt modelId="{36E40EAF-6D98-4F41-AC92-42475B4DA2DB}" type="pres">
      <dgm:prSet presAssocID="{8F5251CD-D84D-434B-97E6-23C27603A38E}" presName="hierRoot1" presStyleCnt="0"/>
      <dgm:spPr/>
    </dgm:pt>
    <dgm:pt modelId="{FBCB1737-3A4E-469A-8F55-A3035B05CDDF}" type="pres">
      <dgm:prSet presAssocID="{8F5251CD-D84D-434B-97E6-23C27603A38E}" presName="composite" presStyleCnt="0"/>
      <dgm:spPr/>
    </dgm:pt>
    <dgm:pt modelId="{2FAB2168-7443-4ECC-9ADC-844FD7D1FB42}" type="pres">
      <dgm:prSet presAssocID="{8F5251CD-D84D-434B-97E6-23C27603A38E}" presName="background" presStyleLbl="node0" presStyleIdx="0" presStyleCnt="4"/>
      <dgm:spPr/>
    </dgm:pt>
    <dgm:pt modelId="{1D0CED13-AA04-46C3-96F1-D7BF9398CD36}" type="pres">
      <dgm:prSet presAssocID="{8F5251CD-D84D-434B-97E6-23C27603A38E}" presName="text" presStyleLbl="fgAcc0" presStyleIdx="0" presStyleCnt="4">
        <dgm:presLayoutVars>
          <dgm:chPref val="3"/>
        </dgm:presLayoutVars>
      </dgm:prSet>
      <dgm:spPr/>
    </dgm:pt>
    <dgm:pt modelId="{CED56C9E-EC8F-46BE-BFFF-303F1F002E1A}" type="pres">
      <dgm:prSet presAssocID="{8F5251CD-D84D-434B-97E6-23C27603A38E}" presName="hierChild2" presStyleCnt="0"/>
      <dgm:spPr/>
    </dgm:pt>
    <dgm:pt modelId="{8F890041-0F4C-4565-92CF-DFF727D1BCB1}" type="pres">
      <dgm:prSet presAssocID="{76DCDEE4-A57D-4EDC-B8C0-AA89506AC1F1}" presName="Name10" presStyleLbl="parChTrans1D2" presStyleIdx="0" presStyleCnt="4"/>
      <dgm:spPr/>
    </dgm:pt>
    <dgm:pt modelId="{8C80CD17-16D8-4D59-9337-C1073F07B322}" type="pres">
      <dgm:prSet presAssocID="{B3A552D6-531B-4881-A981-0540CA6C218A}" presName="hierRoot2" presStyleCnt="0"/>
      <dgm:spPr/>
    </dgm:pt>
    <dgm:pt modelId="{EA7CECEF-520A-419A-990C-493AF77A6713}" type="pres">
      <dgm:prSet presAssocID="{B3A552D6-531B-4881-A981-0540CA6C218A}" presName="composite2" presStyleCnt="0"/>
      <dgm:spPr/>
    </dgm:pt>
    <dgm:pt modelId="{50BBE801-157E-49CE-ACA9-709A05840170}" type="pres">
      <dgm:prSet presAssocID="{B3A552D6-531B-4881-A981-0540CA6C218A}" presName="background2" presStyleLbl="node2" presStyleIdx="0" presStyleCnt="4"/>
      <dgm:spPr/>
    </dgm:pt>
    <dgm:pt modelId="{84533A1D-2827-4549-9B7D-89BE36FB55F6}" type="pres">
      <dgm:prSet presAssocID="{B3A552D6-531B-4881-A981-0540CA6C218A}" presName="text2" presStyleLbl="fgAcc2" presStyleIdx="0" presStyleCnt="4">
        <dgm:presLayoutVars>
          <dgm:chPref val="3"/>
        </dgm:presLayoutVars>
      </dgm:prSet>
      <dgm:spPr/>
    </dgm:pt>
    <dgm:pt modelId="{000C223C-2CBC-47CE-92A6-B65933AE329A}" type="pres">
      <dgm:prSet presAssocID="{B3A552D6-531B-4881-A981-0540CA6C218A}" presName="hierChild3" presStyleCnt="0"/>
      <dgm:spPr/>
    </dgm:pt>
    <dgm:pt modelId="{9ECB145B-8B37-4EC7-B8BA-D665DF939413}" type="pres">
      <dgm:prSet presAssocID="{17BA43CC-7E32-4B60-8391-1FEF5A902132}" presName="hierRoot1" presStyleCnt="0"/>
      <dgm:spPr/>
    </dgm:pt>
    <dgm:pt modelId="{F0DC7F7F-AF0F-4A68-911E-FBA545684260}" type="pres">
      <dgm:prSet presAssocID="{17BA43CC-7E32-4B60-8391-1FEF5A902132}" presName="composite" presStyleCnt="0"/>
      <dgm:spPr/>
    </dgm:pt>
    <dgm:pt modelId="{DFF36872-792E-435C-B384-BB87C1FAED10}" type="pres">
      <dgm:prSet presAssocID="{17BA43CC-7E32-4B60-8391-1FEF5A902132}" presName="background" presStyleLbl="node0" presStyleIdx="1" presStyleCnt="4"/>
      <dgm:spPr/>
    </dgm:pt>
    <dgm:pt modelId="{D0593AB9-7B03-41E7-B79A-D4BFBDFB4766}" type="pres">
      <dgm:prSet presAssocID="{17BA43CC-7E32-4B60-8391-1FEF5A902132}" presName="text" presStyleLbl="fgAcc0" presStyleIdx="1" presStyleCnt="4">
        <dgm:presLayoutVars>
          <dgm:chPref val="3"/>
        </dgm:presLayoutVars>
      </dgm:prSet>
      <dgm:spPr/>
    </dgm:pt>
    <dgm:pt modelId="{C8225331-8C3C-435C-98C0-98D3606B0CA2}" type="pres">
      <dgm:prSet presAssocID="{17BA43CC-7E32-4B60-8391-1FEF5A902132}" presName="hierChild2" presStyleCnt="0"/>
      <dgm:spPr/>
    </dgm:pt>
    <dgm:pt modelId="{0143BF69-8552-4BA6-B31A-BD9BF512F25E}" type="pres">
      <dgm:prSet presAssocID="{766808A4-6140-4FBC-90E0-FA1C027BD34C}" presName="Name10" presStyleLbl="parChTrans1D2" presStyleIdx="1" presStyleCnt="4"/>
      <dgm:spPr/>
    </dgm:pt>
    <dgm:pt modelId="{5BEA323B-DFFE-4BE4-91F8-54E132AFF766}" type="pres">
      <dgm:prSet presAssocID="{1398E224-0673-48A8-BFEF-DE9BC8360610}" presName="hierRoot2" presStyleCnt="0"/>
      <dgm:spPr/>
    </dgm:pt>
    <dgm:pt modelId="{2B408D38-E935-41C6-8330-887472095D18}" type="pres">
      <dgm:prSet presAssocID="{1398E224-0673-48A8-BFEF-DE9BC8360610}" presName="composite2" presStyleCnt="0"/>
      <dgm:spPr/>
    </dgm:pt>
    <dgm:pt modelId="{89D27396-3AB4-4CCE-96C0-3699A77954C6}" type="pres">
      <dgm:prSet presAssocID="{1398E224-0673-48A8-BFEF-DE9BC8360610}" presName="background2" presStyleLbl="node2" presStyleIdx="1" presStyleCnt="4"/>
      <dgm:spPr/>
    </dgm:pt>
    <dgm:pt modelId="{8722398F-B3BB-4133-96DB-2F4EF10D9491}" type="pres">
      <dgm:prSet presAssocID="{1398E224-0673-48A8-BFEF-DE9BC8360610}" presName="text2" presStyleLbl="fgAcc2" presStyleIdx="1" presStyleCnt="4">
        <dgm:presLayoutVars>
          <dgm:chPref val="3"/>
        </dgm:presLayoutVars>
      </dgm:prSet>
      <dgm:spPr/>
    </dgm:pt>
    <dgm:pt modelId="{E32EB8F5-5C24-4630-9148-95CD15341F3D}" type="pres">
      <dgm:prSet presAssocID="{1398E224-0673-48A8-BFEF-DE9BC8360610}" presName="hierChild3" presStyleCnt="0"/>
      <dgm:spPr/>
    </dgm:pt>
    <dgm:pt modelId="{EED6C9FF-C193-4E65-87E6-B313F845D848}" type="pres">
      <dgm:prSet presAssocID="{568BA123-FC7C-4287-BF06-EC0A8F5E4E4E}" presName="hierRoot1" presStyleCnt="0"/>
      <dgm:spPr/>
    </dgm:pt>
    <dgm:pt modelId="{6819EBF5-3F7D-435D-92EF-910B2AA46668}" type="pres">
      <dgm:prSet presAssocID="{568BA123-FC7C-4287-BF06-EC0A8F5E4E4E}" presName="composite" presStyleCnt="0"/>
      <dgm:spPr/>
    </dgm:pt>
    <dgm:pt modelId="{D9AB0A70-AD0D-4502-A1E8-9B8BE54BEFC4}" type="pres">
      <dgm:prSet presAssocID="{568BA123-FC7C-4287-BF06-EC0A8F5E4E4E}" presName="background" presStyleLbl="node0" presStyleIdx="2" presStyleCnt="4"/>
      <dgm:spPr/>
    </dgm:pt>
    <dgm:pt modelId="{6660E88F-F79B-48D7-9C1D-D5DFE43EBAA3}" type="pres">
      <dgm:prSet presAssocID="{568BA123-FC7C-4287-BF06-EC0A8F5E4E4E}" presName="text" presStyleLbl="fgAcc0" presStyleIdx="2" presStyleCnt="4">
        <dgm:presLayoutVars>
          <dgm:chPref val="3"/>
        </dgm:presLayoutVars>
      </dgm:prSet>
      <dgm:spPr/>
    </dgm:pt>
    <dgm:pt modelId="{AA37500F-E262-49B5-9DB3-4291A39F3443}" type="pres">
      <dgm:prSet presAssocID="{568BA123-FC7C-4287-BF06-EC0A8F5E4E4E}" presName="hierChild2" presStyleCnt="0"/>
      <dgm:spPr/>
    </dgm:pt>
    <dgm:pt modelId="{BC1FBBEC-EBAA-4408-9815-DD5A7C339307}" type="pres">
      <dgm:prSet presAssocID="{2DC6401F-52B4-4DC3-B80C-AFF104CE7A47}" presName="Name10" presStyleLbl="parChTrans1D2" presStyleIdx="2" presStyleCnt="4"/>
      <dgm:spPr/>
    </dgm:pt>
    <dgm:pt modelId="{06D2B0B8-760B-4596-981F-0BD78B4BC71C}" type="pres">
      <dgm:prSet presAssocID="{B9457703-A4B4-4A33-9085-306FCD1E91AB}" presName="hierRoot2" presStyleCnt="0"/>
      <dgm:spPr/>
    </dgm:pt>
    <dgm:pt modelId="{26701A64-B690-429B-8CF5-275C3278FB53}" type="pres">
      <dgm:prSet presAssocID="{B9457703-A4B4-4A33-9085-306FCD1E91AB}" presName="composite2" presStyleCnt="0"/>
      <dgm:spPr/>
    </dgm:pt>
    <dgm:pt modelId="{E322E641-5A66-4E4C-A13D-020FDF22919B}" type="pres">
      <dgm:prSet presAssocID="{B9457703-A4B4-4A33-9085-306FCD1E91AB}" presName="background2" presStyleLbl="node2" presStyleIdx="2" presStyleCnt="4"/>
      <dgm:spPr/>
    </dgm:pt>
    <dgm:pt modelId="{606846F7-7367-4B23-8836-CD9D2719FDB0}" type="pres">
      <dgm:prSet presAssocID="{B9457703-A4B4-4A33-9085-306FCD1E91AB}" presName="text2" presStyleLbl="fgAcc2" presStyleIdx="2" presStyleCnt="4" custScaleX="103396" custScaleY="115254">
        <dgm:presLayoutVars>
          <dgm:chPref val="3"/>
        </dgm:presLayoutVars>
      </dgm:prSet>
      <dgm:spPr/>
    </dgm:pt>
    <dgm:pt modelId="{2DEEF334-B337-4B97-A4B9-B0746B6DBF89}" type="pres">
      <dgm:prSet presAssocID="{B9457703-A4B4-4A33-9085-306FCD1E91AB}" presName="hierChild3" presStyleCnt="0"/>
      <dgm:spPr/>
    </dgm:pt>
    <dgm:pt modelId="{EAEE2991-779F-41B4-A8E4-7AAA99B00EC1}" type="pres">
      <dgm:prSet presAssocID="{D8FCE068-373D-4AAB-89A5-D33BBFB04D62}" presName="hierRoot1" presStyleCnt="0"/>
      <dgm:spPr/>
    </dgm:pt>
    <dgm:pt modelId="{227AA357-6FBA-463A-9196-CBA90A2030A5}" type="pres">
      <dgm:prSet presAssocID="{D8FCE068-373D-4AAB-89A5-D33BBFB04D62}" presName="composite" presStyleCnt="0"/>
      <dgm:spPr/>
    </dgm:pt>
    <dgm:pt modelId="{A4EC743B-736C-4656-AC0D-60545B81AF6F}" type="pres">
      <dgm:prSet presAssocID="{D8FCE068-373D-4AAB-89A5-D33BBFB04D62}" presName="background" presStyleLbl="node0" presStyleIdx="3" presStyleCnt="4"/>
      <dgm:spPr/>
    </dgm:pt>
    <dgm:pt modelId="{DF75093A-9D7E-4F37-8055-82676E1EE79E}" type="pres">
      <dgm:prSet presAssocID="{D8FCE068-373D-4AAB-89A5-D33BBFB04D62}" presName="text" presStyleLbl="fgAcc0" presStyleIdx="3" presStyleCnt="4">
        <dgm:presLayoutVars>
          <dgm:chPref val="3"/>
        </dgm:presLayoutVars>
      </dgm:prSet>
      <dgm:spPr/>
    </dgm:pt>
    <dgm:pt modelId="{64219442-7A58-44BC-92D2-CA98CBE15D98}" type="pres">
      <dgm:prSet presAssocID="{D8FCE068-373D-4AAB-89A5-D33BBFB04D62}" presName="hierChild2" presStyleCnt="0"/>
      <dgm:spPr/>
    </dgm:pt>
    <dgm:pt modelId="{81001D7D-693E-4B15-B9C5-E5C74AB06CF2}" type="pres">
      <dgm:prSet presAssocID="{07839223-5815-400B-97DF-BD51C7F81FAA}" presName="Name10" presStyleLbl="parChTrans1D2" presStyleIdx="3" presStyleCnt="4"/>
      <dgm:spPr/>
    </dgm:pt>
    <dgm:pt modelId="{E02CADBA-A827-4327-8E68-A77C464B48E9}" type="pres">
      <dgm:prSet presAssocID="{E725F6A9-AD2D-43E7-A461-5132E784E9EF}" presName="hierRoot2" presStyleCnt="0"/>
      <dgm:spPr/>
    </dgm:pt>
    <dgm:pt modelId="{C1289B10-0689-4F4B-800C-DC0FEF497A10}" type="pres">
      <dgm:prSet presAssocID="{E725F6A9-AD2D-43E7-A461-5132E784E9EF}" presName="composite2" presStyleCnt="0"/>
      <dgm:spPr/>
    </dgm:pt>
    <dgm:pt modelId="{D4AF271E-8B49-425D-A422-5EC129970F93}" type="pres">
      <dgm:prSet presAssocID="{E725F6A9-AD2D-43E7-A461-5132E784E9EF}" presName="background2" presStyleLbl="node2" presStyleIdx="3" presStyleCnt="4"/>
      <dgm:spPr/>
    </dgm:pt>
    <dgm:pt modelId="{9E3119C3-F54F-43CC-BC44-23BEE342AF01}" type="pres">
      <dgm:prSet presAssocID="{E725F6A9-AD2D-43E7-A461-5132E784E9EF}" presName="text2" presStyleLbl="fgAcc2" presStyleIdx="3" presStyleCnt="4" custScaleY="132201">
        <dgm:presLayoutVars>
          <dgm:chPref val="3"/>
        </dgm:presLayoutVars>
      </dgm:prSet>
      <dgm:spPr/>
    </dgm:pt>
    <dgm:pt modelId="{047DA068-799A-49E3-BBC9-E6AA967BAA7B}" type="pres">
      <dgm:prSet presAssocID="{E725F6A9-AD2D-43E7-A461-5132E784E9EF}" presName="hierChild3" presStyleCnt="0"/>
      <dgm:spPr/>
    </dgm:pt>
  </dgm:ptLst>
  <dgm:cxnLst>
    <dgm:cxn modelId="{A6FE7307-A811-4895-8B98-FE1B4525FC2D}" srcId="{17BA43CC-7E32-4B60-8391-1FEF5A902132}" destId="{1398E224-0673-48A8-BFEF-DE9BC8360610}" srcOrd="0" destOrd="0" parTransId="{766808A4-6140-4FBC-90E0-FA1C027BD34C}" sibTransId="{1DA64FE5-0323-4B5F-9910-107D8F41C2AC}"/>
    <dgm:cxn modelId="{01C53F29-05D5-4060-9B6F-8BB1F408411F}" srcId="{F6E63CB0-E684-48D3-AF67-89674B96E2B5}" destId="{8F5251CD-D84D-434B-97E6-23C27603A38E}" srcOrd="0" destOrd="0" parTransId="{ACA0486E-9ABD-4F81-B3E9-AB3DBA1AA1B7}" sibTransId="{A80E3F38-2795-4582-ABD9-EB174FDBB708}"/>
    <dgm:cxn modelId="{0F954835-6D8E-4711-800F-78B556F70575}" type="presOf" srcId="{8F5251CD-D84D-434B-97E6-23C27603A38E}" destId="{1D0CED13-AA04-46C3-96F1-D7BF9398CD36}" srcOrd="0" destOrd="0" presId="urn:microsoft.com/office/officeart/2005/8/layout/hierarchy1"/>
    <dgm:cxn modelId="{057DB535-1355-43D1-9627-FF28DF50344F}" srcId="{568BA123-FC7C-4287-BF06-EC0A8F5E4E4E}" destId="{B9457703-A4B4-4A33-9085-306FCD1E91AB}" srcOrd="0" destOrd="0" parTransId="{2DC6401F-52B4-4DC3-B80C-AFF104CE7A47}" sibTransId="{46DA0D85-5564-4E75-9FC2-27444802A966}"/>
    <dgm:cxn modelId="{C4662C39-4ECA-4AE5-A2DB-5149811938F5}" type="presOf" srcId="{D8FCE068-373D-4AAB-89A5-D33BBFB04D62}" destId="{DF75093A-9D7E-4F37-8055-82676E1EE79E}" srcOrd="0" destOrd="0" presId="urn:microsoft.com/office/officeart/2005/8/layout/hierarchy1"/>
    <dgm:cxn modelId="{6FC47E3B-BA89-4754-A49F-EEDF3F4B6DF3}" srcId="{D8FCE068-373D-4AAB-89A5-D33BBFB04D62}" destId="{E725F6A9-AD2D-43E7-A461-5132E784E9EF}" srcOrd="0" destOrd="0" parTransId="{07839223-5815-400B-97DF-BD51C7F81FAA}" sibTransId="{DC2E0C75-F165-4FAC-BCE1-61CB30B50465}"/>
    <dgm:cxn modelId="{02F8E23B-9782-4830-A74D-F274DF99AF61}" srcId="{F6E63CB0-E684-48D3-AF67-89674B96E2B5}" destId="{568BA123-FC7C-4287-BF06-EC0A8F5E4E4E}" srcOrd="2" destOrd="0" parTransId="{46E81DBC-3F0D-4B25-BD02-306F052D1990}" sibTransId="{46114D3C-0802-4C25-8B5F-54C3A2D877E6}"/>
    <dgm:cxn modelId="{63A1AD3D-6668-4780-850E-F103E14C1FCD}" type="presOf" srcId="{E725F6A9-AD2D-43E7-A461-5132E784E9EF}" destId="{9E3119C3-F54F-43CC-BC44-23BEE342AF01}" srcOrd="0" destOrd="0" presId="urn:microsoft.com/office/officeart/2005/8/layout/hierarchy1"/>
    <dgm:cxn modelId="{70BFE346-6934-466C-98B3-87FE32E71170}" type="presOf" srcId="{568BA123-FC7C-4287-BF06-EC0A8F5E4E4E}" destId="{6660E88F-F79B-48D7-9C1D-D5DFE43EBAA3}" srcOrd="0" destOrd="0" presId="urn:microsoft.com/office/officeart/2005/8/layout/hierarchy1"/>
    <dgm:cxn modelId="{0EA3CB6F-D558-427F-A6D9-18A0AA351668}" srcId="{F6E63CB0-E684-48D3-AF67-89674B96E2B5}" destId="{D8FCE068-373D-4AAB-89A5-D33BBFB04D62}" srcOrd="3" destOrd="0" parTransId="{6321389B-8539-4BE1-83EB-9852AC1FB7DD}" sibTransId="{425A6C2C-DD5A-41DA-85A3-BB8D00531971}"/>
    <dgm:cxn modelId="{D6BDE576-5500-4997-8417-E9BA9AE40E08}" type="presOf" srcId="{766808A4-6140-4FBC-90E0-FA1C027BD34C}" destId="{0143BF69-8552-4BA6-B31A-BD9BF512F25E}" srcOrd="0" destOrd="0" presId="urn:microsoft.com/office/officeart/2005/8/layout/hierarchy1"/>
    <dgm:cxn modelId="{C189B479-7E87-4C30-92F9-149C77286984}" type="presOf" srcId="{17BA43CC-7E32-4B60-8391-1FEF5A902132}" destId="{D0593AB9-7B03-41E7-B79A-D4BFBDFB4766}" srcOrd="0" destOrd="0" presId="urn:microsoft.com/office/officeart/2005/8/layout/hierarchy1"/>
    <dgm:cxn modelId="{6ED8B67D-A362-477E-81F7-5999FE166D99}" type="presOf" srcId="{1398E224-0673-48A8-BFEF-DE9BC8360610}" destId="{8722398F-B3BB-4133-96DB-2F4EF10D9491}" srcOrd="0" destOrd="0" presId="urn:microsoft.com/office/officeart/2005/8/layout/hierarchy1"/>
    <dgm:cxn modelId="{C275609B-2E56-42A7-B680-1A48F6A78548}" type="presOf" srcId="{76DCDEE4-A57D-4EDC-B8C0-AA89506AC1F1}" destId="{8F890041-0F4C-4565-92CF-DFF727D1BCB1}" srcOrd="0" destOrd="0" presId="urn:microsoft.com/office/officeart/2005/8/layout/hierarchy1"/>
    <dgm:cxn modelId="{6C96E2A2-1F62-4D6D-A6EC-3916EB5BD169}" type="presOf" srcId="{2DC6401F-52B4-4DC3-B80C-AFF104CE7A47}" destId="{BC1FBBEC-EBAA-4408-9815-DD5A7C339307}" srcOrd="0" destOrd="0" presId="urn:microsoft.com/office/officeart/2005/8/layout/hierarchy1"/>
    <dgm:cxn modelId="{A0B6E4A5-7817-4B6F-9235-FE272D743308}" srcId="{F6E63CB0-E684-48D3-AF67-89674B96E2B5}" destId="{17BA43CC-7E32-4B60-8391-1FEF5A902132}" srcOrd="1" destOrd="0" parTransId="{DF42808E-4448-4F2E-930A-798050448F86}" sibTransId="{3A248B57-B6B4-4AF6-8830-B4A83E79704A}"/>
    <dgm:cxn modelId="{0F4D5FAD-5A88-4806-86BD-EEB9E76E0BBD}" type="presOf" srcId="{B3A552D6-531B-4881-A981-0540CA6C218A}" destId="{84533A1D-2827-4549-9B7D-89BE36FB55F6}" srcOrd="0" destOrd="0" presId="urn:microsoft.com/office/officeart/2005/8/layout/hierarchy1"/>
    <dgm:cxn modelId="{522784BC-9990-4A76-BEAC-8AFA111E4776}" type="presOf" srcId="{F6E63CB0-E684-48D3-AF67-89674B96E2B5}" destId="{332F6E79-645C-4C6B-A74D-A279A5DCFB0E}" srcOrd="0" destOrd="0" presId="urn:microsoft.com/office/officeart/2005/8/layout/hierarchy1"/>
    <dgm:cxn modelId="{B40A46BF-4F34-4CF9-A584-CD3C7E182473}" type="presOf" srcId="{B9457703-A4B4-4A33-9085-306FCD1E91AB}" destId="{606846F7-7367-4B23-8836-CD9D2719FDB0}" srcOrd="0" destOrd="0" presId="urn:microsoft.com/office/officeart/2005/8/layout/hierarchy1"/>
    <dgm:cxn modelId="{3EF411CF-796B-43B1-91F8-2153D549072A}" type="presOf" srcId="{07839223-5815-400B-97DF-BD51C7F81FAA}" destId="{81001D7D-693E-4B15-B9C5-E5C74AB06CF2}" srcOrd="0" destOrd="0" presId="urn:microsoft.com/office/officeart/2005/8/layout/hierarchy1"/>
    <dgm:cxn modelId="{2406C4EF-8F6F-4A7E-B2EC-DF6E993F3729}" srcId="{8F5251CD-D84D-434B-97E6-23C27603A38E}" destId="{B3A552D6-531B-4881-A981-0540CA6C218A}" srcOrd="0" destOrd="0" parTransId="{76DCDEE4-A57D-4EDC-B8C0-AA89506AC1F1}" sibTransId="{1F71F72C-5A80-4382-89BB-DA59B1CE9851}"/>
    <dgm:cxn modelId="{479B55D5-9EAF-48C3-B05F-D06A64DB5EF0}" type="presParOf" srcId="{332F6E79-645C-4C6B-A74D-A279A5DCFB0E}" destId="{36E40EAF-6D98-4F41-AC92-42475B4DA2DB}" srcOrd="0" destOrd="0" presId="urn:microsoft.com/office/officeart/2005/8/layout/hierarchy1"/>
    <dgm:cxn modelId="{391096BB-4EBF-47AD-BFF8-98ECE2D443C9}" type="presParOf" srcId="{36E40EAF-6D98-4F41-AC92-42475B4DA2DB}" destId="{FBCB1737-3A4E-469A-8F55-A3035B05CDDF}" srcOrd="0" destOrd="0" presId="urn:microsoft.com/office/officeart/2005/8/layout/hierarchy1"/>
    <dgm:cxn modelId="{B8D02213-7FCA-47AD-8A8E-1743EFDF3CC5}" type="presParOf" srcId="{FBCB1737-3A4E-469A-8F55-A3035B05CDDF}" destId="{2FAB2168-7443-4ECC-9ADC-844FD7D1FB42}" srcOrd="0" destOrd="0" presId="urn:microsoft.com/office/officeart/2005/8/layout/hierarchy1"/>
    <dgm:cxn modelId="{C5FE7E1C-8F16-48BD-80C4-906055D64CE9}" type="presParOf" srcId="{FBCB1737-3A4E-469A-8F55-A3035B05CDDF}" destId="{1D0CED13-AA04-46C3-96F1-D7BF9398CD36}" srcOrd="1" destOrd="0" presId="urn:microsoft.com/office/officeart/2005/8/layout/hierarchy1"/>
    <dgm:cxn modelId="{329F9F71-F573-4E02-88FA-15413E160413}" type="presParOf" srcId="{36E40EAF-6D98-4F41-AC92-42475B4DA2DB}" destId="{CED56C9E-EC8F-46BE-BFFF-303F1F002E1A}" srcOrd="1" destOrd="0" presId="urn:microsoft.com/office/officeart/2005/8/layout/hierarchy1"/>
    <dgm:cxn modelId="{9669351C-58F0-4E72-8027-89488D0E4566}" type="presParOf" srcId="{CED56C9E-EC8F-46BE-BFFF-303F1F002E1A}" destId="{8F890041-0F4C-4565-92CF-DFF727D1BCB1}" srcOrd="0" destOrd="0" presId="urn:microsoft.com/office/officeart/2005/8/layout/hierarchy1"/>
    <dgm:cxn modelId="{20E2E328-5F28-4A4F-8706-4AD6D23EA4DB}" type="presParOf" srcId="{CED56C9E-EC8F-46BE-BFFF-303F1F002E1A}" destId="{8C80CD17-16D8-4D59-9337-C1073F07B322}" srcOrd="1" destOrd="0" presId="urn:microsoft.com/office/officeart/2005/8/layout/hierarchy1"/>
    <dgm:cxn modelId="{3A77116B-9289-458B-93F1-6E48A1173389}" type="presParOf" srcId="{8C80CD17-16D8-4D59-9337-C1073F07B322}" destId="{EA7CECEF-520A-419A-990C-493AF77A6713}" srcOrd="0" destOrd="0" presId="urn:microsoft.com/office/officeart/2005/8/layout/hierarchy1"/>
    <dgm:cxn modelId="{B9ADDF98-945A-4E05-A738-04822394050A}" type="presParOf" srcId="{EA7CECEF-520A-419A-990C-493AF77A6713}" destId="{50BBE801-157E-49CE-ACA9-709A05840170}" srcOrd="0" destOrd="0" presId="urn:microsoft.com/office/officeart/2005/8/layout/hierarchy1"/>
    <dgm:cxn modelId="{E771D8D8-2FF7-433B-AE7D-8B879B079933}" type="presParOf" srcId="{EA7CECEF-520A-419A-990C-493AF77A6713}" destId="{84533A1D-2827-4549-9B7D-89BE36FB55F6}" srcOrd="1" destOrd="0" presId="urn:microsoft.com/office/officeart/2005/8/layout/hierarchy1"/>
    <dgm:cxn modelId="{50172DE4-E2A1-40C8-8D40-26BAAE1FE291}" type="presParOf" srcId="{8C80CD17-16D8-4D59-9337-C1073F07B322}" destId="{000C223C-2CBC-47CE-92A6-B65933AE329A}" srcOrd="1" destOrd="0" presId="urn:microsoft.com/office/officeart/2005/8/layout/hierarchy1"/>
    <dgm:cxn modelId="{9CA4743D-1975-408A-AE78-1BF8CC349271}" type="presParOf" srcId="{332F6E79-645C-4C6B-A74D-A279A5DCFB0E}" destId="{9ECB145B-8B37-4EC7-B8BA-D665DF939413}" srcOrd="1" destOrd="0" presId="urn:microsoft.com/office/officeart/2005/8/layout/hierarchy1"/>
    <dgm:cxn modelId="{0323C9F9-22B8-4CF3-9BB6-671B66A9ADE4}" type="presParOf" srcId="{9ECB145B-8B37-4EC7-B8BA-D665DF939413}" destId="{F0DC7F7F-AF0F-4A68-911E-FBA545684260}" srcOrd="0" destOrd="0" presId="urn:microsoft.com/office/officeart/2005/8/layout/hierarchy1"/>
    <dgm:cxn modelId="{3F321EC8-BA9D-4BEE-BB77-A9FA59E70B3F}" type="presParOf" srcId="{F0DC7F7F-AF0F-4A68-911E-FBA545684260}" destId="{DFF36872-792E-435C-B384-BB87C1FAED10}" srcOrd="0" destOrd="0" presId="urn:microsoft.com/office/officeart/2005/8/layout/hierarchy1"/>
    <dgm:cxn modelId="{FF11A96D-B838-4C5D-A208-9AB26AC64327}" type="presParOf" srcId="{F0DC7F7F-AF0F-4A68-911E-FBA545684260}" destId="{D0593AB9-7B03-41E7-B79A-D4BFBDFB4766}" srcOrd="1" destOrd="0" presId="urn:microsoft.com/office/officeart/2005/8/layout/hierarchy1"/>
    <dgm:cxn modelId="{A9B5CB9B-23BE-4B6E-87FF-0729FE0AF8D8}" type="presParOf" srcId="{9ECB145B-8B37-4EC7-B8BA-D665DF939413}" destId="{C8225331-8C3C-435C-98C0-98D3606B0CA2}" srcOrd="1" destOrd="0" presId="urn:microsoft.com/office/officeart/2005/8/layout/hierarchy1"/>
    <dgm:cxn modelId="{6F5E6D23-C0DD-49C9-B593-44842DAE396A}" type="presParOf" srcId="{C8225331-8C3C-435C-98C0-98D3606B0CA2}" destId="{0143BF69-8552-4BA6-B31A-BD9BF512F25E}" srcOrd="0" destOrd="0" presId="urn:microsoft.com/office/officeart/2005/8/layout/hierarchy1"/>
    <dgm:cxn modelId="{C0A4ACA4-0994-445C-977C-26AA28A5CB4B}" type="presParOf" srcId="{C8225331-8C3C-435C-98C0-98D3606B0CA2}" destId="{5BEA323B-DFFE-4BE4-91F8-54E132AFF766}" srcOrd="1" destOrd="0" presId="urn:microsoft.com/office/officeart/2005/8/layout/hierarchy1"/>
    <dgm:cxn modelId="{91D79743-C2B0-4890-8D0F-1E1001604A7D}" type="presParOf" srcId="{5BEA323B-DFFE-4BE4-91F8-54E132AFF766}" destId="{2B408D38-E935-41C6-8330-887472095D18}" srcOrd="0" destOrd="0" presId="urn:microsoft.com/office/officeart/2005/8/layout/hierarchy1"/>
    <dgm:cxn modelId="{8B065B39-7867-49CF-8DF4-941292DD8E6E}" type="presParOf" srcId="{2B408D38-E935-41C6-8330-887472095D18}" destId="{89D27396-3AB4-4CCE-96C0-3699A77954C6}" srcOrd="0" destOrd="0" presId="urn:microsoft.com/office/officeart/2005/8/layout/hierarchy1"/>
    <dgm:cxn modelId="{271CCE34-39E7-4FD3-BAD4-D50AC68149E8}" type="presParOf" srcId="{2B408D38-E935-41C6-8330-887472095D18}" destId="{8722398F-B3BB-4133-96DB-2F4EF10D9491}" srcOrd="1" destOrd="0" presId="urn:microsoft.com/office/officeart/2005/8/layout/hierarchy1"/>
    <dgm:cxn modelId="{7249B4B6-3EC3-46F0-8F09-F8260C1F9006}" type="presParOf" srcId="{5BEA323B-DFFE-4BE4-91F8-54E132AFF766}" destId="{E32EB8F5-5C24-4630-9148-95CD15341F3D}" srcOrd="1" destOrd="0" presId="urn:microsoft.com/office/officeart/2005/8/layout/hierarchy1"/>
    <dgm:cxn modelId="{8111201A-5A12-47A8-ACAA-3BBB5416CCEB}" type="presParOf" srcId="{332F6E79-645C-4C6B-A74D-A279A5DCFB0E}" destId="{EED6C9FF-C193-4E65-87E6-B313F845D848}" srcOrd="2" destOrd="0" presId="urn:microsoft.com/office/officeart/2005/8/layout/hierarchy1"/>
    <dgm:cxn modelId="{2746C0A1-2E33-40DB-A860-05AEA5BB320C}" type="presParOf" srcId="{EED6C9FF-C193-4E65-87E6-B313F845D848}" destId="{6819EBF5-3F7D-435D-92EF-910B2AA46668}" srcOrd="0" destOrd="0" presId="urn:microsoft.com/office/officeart/2005/8/layout/hierarchy1"/>
    <dgm:cxn modelId="{6A13CD19-7259-444A-8387-BB5B7191D532}" type="presParOf" srcId="{6819EBF5-3F7D-435D-92EF-910B2AA46668}" destId="{D9AB0A70-AD0D-4502-A1E8-9B8BE54BEFC4}" srcOrd="0" destOrd="0" presId="urn:microsoft.com/office/officeart/2005/8/layout/hierarchy1"/>
    <dgm:cxn modelId="{78AB7B3E-8B58-46F3-A51C-2D3230B2E108}" type="presParOf" srcId="{6819EBF5-3F7D-435D-92EF-910B2AA46668}" destId="{6660E88F-F79B-48D7-9C1D-D5DFE43EBAA3}" srcOrd="1" destOrd="0" presId="urn:microsoft.com/office/officeart/2005/8/layout/hierarchy1"/>
    <dgm:cxn modelId="{6CD63911-6AD5-42CE-ACC7-D153BF3A0CC8}" type="presParOf" srcId="{EED6C9FF-C193-4E65-87E6-B313F845D848}" destId="{AA37500F-E262-49B5-9DB3-4291A39F3443}" srcOrd="1" destOrd="0" presId="urn:microsoft.com/office/officeart/2005/8/layout/hierarchy1"/>
    <dgm:cxn modelId="{7FE3753F-16B4-4D9A-AACD-74BC97E65774}" type="presParOf" srcId="{AA37500F-E262-49B5-9DB3-4291A39F3443}" destId="{BC1FBBEC-EBAA-4408-9815-DD5A7C339307}" srcOrd="0" destOrd="0" presId="urn:microsoft.com/office/officeart/2005/8/layout/hierarchy1"/>
    <dgm:cxn modelId="{DCF0359E-1A56-43F9-84DB-F5A12B48BBFC}" type="presParOf" srcId="{AA37500F-E262-49B5-9DB3-4291A39F3443}" destId="{06D2B0B8-760B-4596-981F-0BD78B4BC71C}" srcOrd="1" destOrd="0" presId="urn:microsoft.com/office/officeart/2005/8/layout/hierarchy1"/>
    <dgm:cxn modelId="{F85C3161-00A4-4A92-945C-CAE700E81843}" type="presParOf" srcId="{06D2B0B8-760B-4596-981F-0BD78B4BC71C}" destId="{26701A64-B690-429B-8CF5-275C3278FB53}" srcOrd="0" destOrd="0" presId="urn:microsoft.com/office/officeart/2005/8/layout/hierarchy1"/>
    <dgm:cxn modelId="{86A92377-C784-4F7B-849D-D52A3D0549C9}" type="presParOf" srcId="{26701A64-B690-429B-8CF5-275C3278FB53}" destId="{E322E641-5A66-4E4C-A13D-020FDF22919B}" srcOrd="0" destOrd="0" presId="urn:microsoft.com/office/officeart/2005/8/layout/hierarchy1"/>
    <dgm:cxn modelId="{ADB26155-D3AA-40DE-ABCE-18A1A3705594}" type="presParOf" srcId="{26701A64-B690-429B-8CF5-275C3278FB53}" destId="{606846F7-7367-4B23-8836-CD9D2719FDB0}" srcOrd="1" destOrd="0" presId="urn:microsoft.com/office/officeart/2005/8/layout/hierarchy1"/>
    <dgm:cxn modelId="{D0A4ACBC-1BC2-46B8-B067-CE7DB6CBBF02}" type="presParOf" srcId="{06D2B0B8-760B-4596-981F-0BD78B4BC71C}" destId="{2DEEF334-B337-4B97-A4B9-B0746B6DBF89}" srcOrd="1" destOrd="0" presId="urn:microsoft.com/office/officeart/2005/8/layout/hierarchy1"/>
    <dgm:cxn modelId="{8EFBBC6C-F457-4331-9111-B8F9E87A3CDF}" type="presParOf" srcId="{332F6E79-645C-4C6B-A74D-A279A5DCFB0E}" destId="{EAEE2991-779F-41B4-A8E4-7AAA99B00EC1}" srcOrd="3" destOrd="0" presId="urn:microsoft.com/office/officeart/2005/8/layout/hierarchy1"/>
    <dgm:cxn modelId="{A951EFB6-5AA6-4A88-957B-7A606E0E9460}" type="presParOf" srcId="{EAEE2991-779F-41B4-A8E4-7AAA99B00EC1}" destId="{227AA357-6FBA-463A-9196-CBA90A2030A5}" srcOrd="0" destOrd="0" presId="urn:microsoft.com/office/officeart/2005/8/layout/hierarchy1"/>
    <dgm:cxn modelId="{ED63A01D-7748-443F-BEC6-2AC4311A9717}" type="presParOf" srcId="{227AA357-6FBA-463A-9196-CBA90A2030A5}" destId="{A4EC743B-736C-4656-AC0D-60545B81AF6F}" srcOrd="0" destOrd="0" presId="urn:microsoft.com/office/officeart/2005/8/layout/hierarchy1"/>
    <dgm:cxn modelId="{98FABEA4-7470-4027-8A94-93D026DD7AFE}" type="presParOf" srcId="{227AA357-6FBA-463A-9196-CBA90A2030A5}" destId="{DF75093A-9D7E-4F37-8055-82676E1EE79E}" srcOrd="1" destOrd="0" presId="urn:microsoft.com/office/officeart/2005/8/layout/hierarchy1"/>
    <dgm:cxn modelId="{51E6E62B-8038-45A2-86DE-3ED8BC30D503}" type="presParOf" srcId="{EAEE2991-779F-41B4-A8E4-7AAA99B00EC1}" destId="{64219442-7A58-44BC-92D2-CA98CBE15D98}" srcOrd="1" destOrd="0" presId="urn:microsoft.com/office/officeart/2005/8/layout/hierarchy1"/>
    <dgm:cxn modelId="{CD32F034-367B-4080-914E-E3133E997AC7}" type="presParOf" srcId="{64219442-7A58-44BC-92D2-CA98CBE15D98}" destId="{81001D7D-693E-4B15-B9C5-E5C74AB06CF2}" srcOrd="0" destOrd="0" presId="urn:microsoft.com/office/officeart/2005/8/layout/hierarchy1"/>
    <dgm:cxn modelId="{C86CF4F9-F36E-4E85-8FFD-B978E1F85FBE}" type="presParOf" srcId="{64219442-7A58-44BC-92D2-CA98CBE15D98}" destId="{E02CADBA-A827-4327-8E68-A77C464B48E9}" srcOrd="1" destOrd="0" presId="urn:microsoft.com/office/officeart/2005/8/layout/hierarchy1"/>
    <dgm:cxn modelId="{17BA76E3-9706-4D57-B216-ACE0EBBA8B46}" type="presParOf" srcId="{E02CADBA-A827-4327-8E68-A77C464B48E9}" destId="{C1289B10-0689-4F4B-800C-DC0FEF497A10}" srcOrd="0" destOrd="0" presId="urn:microsoft.com/office/officeart/2005/8/layout/hierarchy1"/>
    <dgm:cxn modelId="{1A94F05B-5FF0-4920-97EE-F43CDC5F4747}" type="presParOf" srcId="{C1289B10-0689-4F4B-800C-DC0FEF497A10}" destId="{D4AF271E-8B49-425D-A422-5EC129970F93}" srcOrd="0" destOrd="0" presId="urn:microsoft.com/office/officeart/2005/8/layout/hierarchy1"/>
    <dgm:cxn modelId="{E5A66379-E6E2-43FC-9472-E9C8C5C1A575}" type="presParOf" srcId="{C1289B10-0689-4F4B-800C-DC0FEF497A10}" destId="{9E3119C3-F54F-43CC-BC44-23BEE342AF01}" srcOrd="1" destOrd="0" presId="urn:microsoft.com/office/officeart/2005/8/layout/hierarchy1"/>
    <dgm:cxn modelId="{E5CFC088-6E7D-43EE-81EF-2628CFAF7025}" type="presParOf" srcId="{E02CADBA-A827-4327-8E68-A77C464B48E9}" destId="{047DA068-799A-49E3-BBC9-E6AA967BAA7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E13DED0-6728-4387-B9DE-8FD9D71EBE76}"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A06BDBD9-2E8D-4BB4-B084-156089D46084}">
      <dgm:prSet/>
      <dgm:spPr/>
      <dgm:t>
        <a:bodyPr/>
        <a:lstStyle/>
        <a:p>
          <a:pPr>
            <a:lnSpc>
              <a:spcPct val="100000"/>
            </a:lnSpc>
            <a:defRPr b="1"/>
          </a:pPr>
          <a:r>
            <a:rPr lang="en-US" baseline="0"/>
            <a:t>What Are Streams?</a:t>
          </a:r>
        </a:p>
      </dgm:t>
    </dgm:pt>
    <dgm:pt modelId="{D2C3753F-294D-424B-9FA0-F316F72AA2EE}" type="parTrans" cxnId="{93CE1C44-E706-4B2E-A39B-73EA66A4D51E}">
      <dgm:prSet/>
      <dgm:spPr/>
      <dgm:t>
        <a:bodyPr/>
        <a:lstStyle/>
        <a:p>
          <a:endParaRPr lang="en-US"/>
        </a:p>
      </dgm:t>
    </dgm:pt>
    <dgm:pt modelId="{6D0BF999-B4F7-46C6-BED5-EBEC0A4FA7BE}" type="sibTrans" cxnId="{93CE1C44-E706-4B2E-A39B-73EA66A4D51E}">
      <dgm:prSet/>
      <dgm:spPr/>
      <dgm:t>
        <a:bodyPr/>
        <a:lstStyle/>
        <a:p>
          <a:endParaRPr lang="en-US"/>
        </a:p>
      </dgm:t>
    </dgm:pt>
    <dgm:pt modelId="{FC211C97-161F-4608-8270-C8B4E5B2EAC0}">
      <dgm:prSet custT="1"/>
      <dgm:spPr/>
      <dgm:t>
        <a:bodyPr/>
        <a:lstStyle/>
        <a:p>
          <a:pPr>
            <a:lnSpc>
              <a:spcPct val="100000"/>
            </a:lnSpc>
          </a:pPr>
          <a:r>
            <a:rPr lang="en-US" sz="2000" baseline="0"/>
            <a:t>Streams in Snowflake track changes (INSERT, UPDATE, DELETE) to tables, capturing </a:t>
          </a:r>
          <a:r>
            <a:rPr lang="en-US" sz="2000" baseline="0" err="1"/>
            <a:t>incremetal</a:t>
          </a:r>
          <a:r>
            <a:rPr lang="en-US" sz="2000" baseline="0"/>
            <a:t> data modifications as they happen.</a:t>
          </a:r>
        </a:p>
      </dgm:t>
    </dgm:pt>
    <dgm:pt modelId="{714B10A1-6B6B-41D1-9B51-680EE0DE4BCD}" type="parTrans" cxnId="{CED3987F-C51F-42D4-B442-CAFC703E8F23}">
      <dgm:prSet/>
      <dgm:spPr/>
      <dgm:t>
        <a:bodyPr/>
        <a:lstStyle/>
        <a:p>
          <a:endParaRPr lang="en-US"/>
        </a:p>
      </dgm:t>
    </dgm:pt>
    <dgm:pt modelId="{A3681A92-4158-4180-B96D-81CDD6765B4E}" type="sibTrans" cxnId="{CED3987F-C51F-42D4-B442-CAFC703E8F23}">
      <dgm:prSet/>
      <dgm:spPr/>
      <dgm:t>
        <a:bodyPr/>
        <a:lstStyle/>
        <a:p>
          <a:endParaRPr lang="en-US"/>
        </a:p>
      </dgm:t>
    </dgm:pt>
    <dgm:pt modelId="{B4895BAC-8FBB-426D-A1CE-197F017F2D12}">
      <dgm:prSet/>
      <dgm:spPr/>
      <dgm:t>
        <a:bodyPr/>
        <a:lstStyle/>
        <a:p>
          <a:pPr>
            <a:lnSpc>
              <a:spcPct val="100000"/>
            </a:lnSpc>
            <a:defRPr b="1"/>
          </a:pPr>
          <a:r>
            <a:rPr lang="en-US" baseline="0"/>
            <a:t>How the Streams </a:t>
          </a:r>
          <a:r>
            <a:rPr lang="en-US" baseline="0">
              <a:latin typeface="Frutiger 45 bold"/>
            </a:rPr>
            <a:t>used</a:t>
          </a:r>
          <a:r>
            <a:rPr lang="en-US" baseline="0"/>
            <a:t>?</a:t>
          </a:r>
        </a:p>
      </dgm:t>
    </dgm:pt>
    <dgm:pt modelId="{3E8F4D32-C7E5-4069-BA9F-D9609E7C3EEF}" type="parTrans" cxnId="{55493B47-BDF8-4547-ADF2-83BB2BC324E2}">
      <dgm:prSet/>
      <dgm:spPr/>
      <dgm:t>
        <a:bodyPr/>
        <a:lstStyle/>
        <a:p>
          <a:endParaRPr lang="en-US"/>
        </a:p>
      </dgm:t>
    </dgm:pt>
    <dgm:pt modelId="{C53EB89B-5068-4BAF-8124-B75B1A91E165}" type="sibTrans" cxnId="{55493B47-BDF8-4547-ADF2-83BB2BC324E2}">
      <dgm:prSet/>
      <dgm:spPr/>
      <dgm:t>
        <a:bodyPr/>
        <a:lstStyle/>
        <a:p>
          <a:endParaRPr lang="en-US"/>
        </a:p>
      </dgm:t>
    </dgm:pt>
    <dgm:pt modelId="{65F866F8-F1D5-4315-8508-A924F04BA3ED}">
      <dgm:prSet custT="1"/>
      <dgm:spPr/>
      <dgm:t>
        <a:bodyPr/>
        <a:lstStyle/>
        <a:p>
          <a:pPr>
            <a:lnSpc>
              <a:spcPct val="100000"/>
            </a:lnSpc>
          </a:pPr>
          <a:r>
            <a:rPr lang="en-US" sz="1800" baseline="0">
              <a:latin typeface="Frutiger 45 bold"/>
            </a:rPr>
            <a:t>Streams</a:t>
          </a:r>
          <a:r>
            <a:rPr lang="en-US" sz="1800" baseline="0"/>
            <a:t> enables automated audits and change capture for </a:t>
          </a:r>
          <a:r>
            <a:rPr lang="en-US" sz="1800" baseline="0">
              <a:latin typeface="Frutiger 45 bold"/>
            </a:rPr>
            <a:t>ELT</a:t>
          </a:r>
          <a:r>
            <a:rPr lang="en-US" sz="1800" baseline="0"/>
            <a:t> and processing tasks.</a:t>
          </a:r>
          <a:endParaRPr lang="en-US"/>
        </a:p>
      </dgm:t>
    </dgm:pt>
    <dgm:pt modelId="{8DA9BFE8-C04E-424A-B614-33BED45A52DE}" type="parTrans" cxnId="{4088D784-680E-4605-BB12-2F2AB31BB0BE}">
      <dgm:prSet/>
      <dgm:spPr/>
      <dgm:t>
        <a:bodyPr/>
        <a:lstStyle/>
        <a:p>
          <a:endParaRPr lang="en-US"/>
        </a:p>
      </dgm:t>
    </dgm:pt>
    <dgm:pt modelId="{85A20E5C-1814-43A6-8BE2-C3985B98CD77}" type="sibTrans" cxnId="{4088D784-680E-4605-BB12-2F2AB31BB0BE}">
      <dgm:prSet/>
      <dgm:spPr/>
      <dgm:t>
        <a:bodyPr/>
        <a:lstStyle/>
        <a:p>
          <a:endParaRPr lang="en-US"/>
        </a:p>
      </dgm:t>
    </dgm:pt>
    <dgm:pt modelId="{120123C7-46F4-4F29-8189-763A74B21729}">
      <dgm:prSet/>
      <dgm:spPr/>
      <dgm:t>
        <a:bodyPr/>
        <a:lstStyle/>
        <a:p>
          <a:pPr>
            <a:lnSpc>
              <a:spcPct val="100000"/>
            </a:lnSpc>
            <a:defRPr b="1"/>
          </a:pPr>
          <a:r>
            <a:rPr lang="en-US" baseline="0"/>
            <a:t>Why Streams?</a:t>
          </a:r>
        </a:p>
      </dgm:t>
    </dgm:pt>
    <dgm:pt modelId="{EB1D022B-9097-4BE8-8E5E-D7E9173E79FA}" type="parTrans" cxnId="{A9343146-1B4A-49FD-900D-0904AB40663E}">
      <dgm:prSet/>
      <dgm:spPr/>
      <dgm:t>
        <a:bodyPr/>
        <a:lstStyle/>
        <a:p>
          <a:endParaRPr lang="en-US"/>
        </a:p>
      </dgm:t>
    </dgm:pt>
    <dgm:pt modelId="{74997938-AB0B-4929-A1BA-6D0E471739B1}" type="sibTrans" cxnId="{A9343146-1B4A-49FD-900D-0904AB40663E}">
      <dgm:prSet/>
      <dgm:spPr/>
      <dgm:t>
        <a:bodyPr/>
        <a:lstStyle/>
        <a:p>
          <a:endParaRPr lang="en-US"/>
        </a:p>
      </dgm:t>
    </dgm:pt>
    <dgm:pt modelId="{FE75A634-E13A-4888-AB64-DA5984C3E6EC}">
      <dgm:prSet custT="1"/>
      <dgm:spPr/>
      <dgm:t>
        <a:bodyPr/>
        <a:lstStyle/>
        <a:p>
          <a:pPr>
            <a:lnSpc>
              <a:spcPct val="100000"/>
            </a:lnSpc>
          </a:pPr>
          <a:r>
            <a:rPr lang="en-US" sz="1900" baseline="0"/>
            <a:t>automate workflows by detecting new or updated records.</a:t>
          </a:r>
        </a:p>
        <a:p>
          <a:pPr>
            <a:lnSpc>
              <a:spcPct val="100000"/>
            </a:lnSpc>
          </a:pPr>
          <a:r>
            <a:rPr lang="en-US" sz="1900" baseline="0"/>
            <a:t>smooth data integration, CDC (Change Data Capture). </a:t>
          </a:r>
        </a:p>
        <a:p>
          <a:pPr>
            <a:lnSpc>
              <a:spcPct val="100000"/>
            </a:lnSpc>
          </a:pPr>
          <a:r>
            <a:rPr lang="en-US" sz="1900" baseline="0"/>
            <a:t>real-time updates to reporting layers.</a:t>
          </a:r>
        </a:p>
      </dgm:t>
    </dgm:pt>
    <dgm:pt modelId="{8C7160C9-04E7-4687-A0BE-631BB752C8F1}" type="parTrans" cxnId="{D1434E7A-0CFC-4DC1-AB31-BB0916F7EDF2}">
      <dgm:prSet/>
      <dgm:spPr/>
      <dgm:t>
        <a:bodyPr/>
        <a:lstStyle/>
        <a:p>
          <a:endParaRPr lang="en-US"/>
        </a:p>
      </dgm:t>
    </dgm:pt>
    <dgm:pt modelId="{70E09E03-8580-4251-B684-19F164DD2C88}" type="sibTrans" cxnId="{D1434E7A-0CFC-4DC1-AB31-BB0916F7EDF2}">
      <dgm:prSet/>
      <dgm:spPr/>
      <dgm:t>
        <a:bodyPr/>
        <a:lstStyle/>
        <a:p>
          <a:endParaRPr lang="en-US"/>
        </a:p>
      </dgm:t>
    </dgm:pt>
    <dgm:pt modelId="{62586274-EEC2-4163-8DEE-CDDE81F77B63}">
      <dgm:prSet phldr="0"/>
      <dgm:spPr/>
      <dgm:t>
        <a:bodyPr/>
        <a:lstStyle/>
        <a:p>
          <a:pPr>
            <a:lnSpc>
              <a:spcPct val="100000"/>
            </a:lnSpc>
          </a:pPr>
          <a:endParaRPr lang="en-US" sz="1800" baseline="0">
            <a:latin typeface="Frutiger 45 bold"/>
          </a:endParaRPr>
        </a:p>
      </dgm:t>
    </dgm:pt>
    <dgm:pt modelId="{39744D3C-60B5-40AE-ABFC-83BBD7BF9AAA}" type="parTrans" cxnId="{2B2C13A2-1303-44D6-905E-B54EE7E03776}">
      <dgm:prSet/>
      <dgm:spPr/>
    </dgm:pt>
    <dgm:pt modelId="{C6FF24AB-EF85-4AE4-832C-CA799EABFC14}" type="sibTrans" cxnId="{2B2C13A2-1303-44D6-905E-B54EE7E03776}">
      <dgm:prSet/>
      <dgm:spPr/>
    </dgm:pt>
    <dgm:pt modelId="{78603094-A5BA-412E-ABFE-59BE77BECE26}" type="pres">
      <dgm:prSet presAssocID="{8E13DED0-6728-4387-B9DE-8FD9D71EBE76}" presName="root" presStyleCnt="0">
        <dgm:presLayoutVars>
          <dgm:dir/>
          <dgm:resizeHandles val="exact"/>
        </dgm:presLayoutVars>
      </dgm:prSet>
      <dgm:spPr/>
    </dgm:pt>
    <dgm:pt modelId="{3C042192-80CB-4D56-B4C3-94F1242FF514}" type="pres">
      <dgm:prSet presAssocID="{A06BDBD9-2E8D-4BB4-B084-156089D46084}" presName="compNode" presStyleCnt="0"/>
      <dgm:spPr/>
    </dgm:pt>
    <dgm:pt modelId="{AD8C9EF1-3F1F-4C3F-B68E-7380D12B1230}" type="pres">
      <dgm:prSet presAssocID="{A06BDBD9-2E8D-4BB4-B084-156089D46084}" presName="iconRect" presStyleLbl="node1" presStyleIdx="0" presStyleCnt="3" custLinFactNeighborY="-1726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nowflake"/>
        </a:ext>
      </dgm:extLst>
    </dgm:pt>
    <dgm:pt modelId="{E08769A1-7003-42DA-9C00-00432ACAFFC6}" type="pres">
      <dgm:prSet presAssocID="{A06BDBD9-2E8D-4BB4-B084-156089D46084}" presName="iconSpace" presStyleCnt="0"/>
      <dgm:spPr/>
    </dgm:pt>
    <dgm:pt modelId="{5A568E31-F883-48DC-9D0B-FDB554B7B4AC}" type="pres">
      <dgm:prSet presAssocID="{A06BDBD9-2E8D-4BB4-B084-156089D46084}" presName="parTx" presStyleLbl="revTx" presStyleIdx="0" presStyleCnt="6" custLinFactNeighborX="-25" custLinFactNeighborY="-49585">
        <dgm:presLayoutVars>
          <dgm:chMax val="0"/>
          <dgm:chPref val="0"/>
        </dgm:presLayoutVars>
      </dgm:prSet>
      <dgm:spPr/>
    </dgm:pt>
    <dgm:pt modelId="{BAA319F1-827F-4AB2-A99A-26A6AC887CE3}" type="pres">
      <dgm:prSet presAssocID="{A06BDBD9-2E8D-4BB4-B084-156089D46084}" presName="txSpace" presStyleCnt="0"/>
      <dgm:spPr/>
    </dgm:pt>
    <dgm:pt modelId="{B76F3336-D96E-4A06-87C7-52EE262A2C4F}" type="pres">
      <dgm:prSet presAssocID="{A06BDBD9-2E8D-4BB4-B084-156089D46084}" presName="desTx" presStyleLbl="revTx" presStyleIdx="1" presStyleCnt="6" custLinFactNeighborY="-5330">
        <dgm:presLayoutVars/>
      </dgm:prSet>
      <dgm:spPr/>
    </dgm:pt>
    <dgm:pt modelId="{ADC807A9-4F07-4F2E-BF54-52E36D2AE902}" type="pres">
      <dgm:prSet presAssocID="{6D0BF999-B4F7-46C6-BED5-EBEC0A4FA7BE}" presName="sibTrans" presStyleCnt="0"/>
      <dgm:spPr/>
    </dgm:pt>
    <dgm:pt modelId="{456F96C6-DE5C-414F-9600-28B1FF20FA18}" type="pres">
      <dgm:prSet presAssocID="{B4895BAC-8FBB-426D-A1CE-197F017F2D12}" presName="compNode" presStyleCnt="0"/>
      <dgm:spPr/>
    </dgm:pt>
    <dgm:pt modelId="{D40270A7-34EA-47E5-8A81-13F13E44C1A8}" type="pres">
      <dgm:prSet presAssocID="{B4895BAC-8FBB-426D-A1CE-197F017F2D12}" presName="iconRect" presStyleLbl="node1" presStyleIdx="1" presStyleCnt="3" custLinFactNeighborY="-2656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5CC4B789-B771-4224-91EC-65A8E25AC27B}" type="pres">
      <dgm:prSet presAssocID="{B4895BAC-8FBB-426D-A1CE-197F017F2D12}" presName="iconSpace" presStyleCnt="0"/>
      <dgm:spPr/>
    </dgm:pt>
    <dgm:pt modelId="{B784C568-E640-4A7B-9B8B-0DC849828B40}" type="pres">
      <dgm:prSet presAssocID="{B4895BAC-8FBB-426D-A1CE-197F017F2D12}" presName="parTx" presStyleLbl="revTx" presStyleIdx="2" presStyleCnt="6" custLinFactNeighborX="-2615" custLinFactNeighborY="-46486">
        <dgm:presLayoutVars>
          <dgm:chMax val="0"/>
          <dgm:chPref val="0"/>
        </dgm:presLayoutVars>
      </dgm:prSet>
      <dgm:spPr/>
    </dgm:pt>
    <dgm:pt modelId="{924B6DEC-8962-4596-9B1E-27833BA69059}" type="pres">
      <dgm:prSet presAssocID="{B4895BAC-8FBB-426D-A1CE-197F017F2D12}" presName="txSpace" presStyleCnt="0"/>
      <dgm:spPr/>
    </dgm:pt>
    <dgm:pt modelId="{67A05553-D5F1-4519-92EE-6C3CBEACE650}" type="pres">
      <dgm:prSet presAssocID="{B4895BAC-8FBB-426D-A1CE-197F017F2D12}" presName="desTx" presStyleLbl="revTx" presStyleIdx="3" presStyleCnt="6" custLinFactNeighborX="-2615" custLinFactNeighborY="-17822">
        <dgm:presLayoutVars/>
      </dgm:prSet>
      <dgm:spPr/>
    </dgm:pt>
    <dgm:pt modelId="{F5627B67-9252-47DE-9367-6B413FAB9464}" type="pres">
      <dgm:prSet presAssocID="{C53EB89B-5068-4BAF-8124-B75B1A91E165}" presName="sibTrans" presStyleCnt="0"/>
      <dgm:spPr/>
    </dgm:pt>
    <dgm:pt modelId="{CD6FAF0A-B415-4BC5-9E7C-989EDD5F98AE}" type="pres">
      <dgm:prSet presAssocID="{120123C7-46F4-4F29-8189-763A74B21729}" presName="compNode" presStyleCnt="0"/>
      <dgm:spPr/>
    </dgm:pt>
    <dgm:pt modelId="{089662D3-490A-4CEC-9E70-0DC27243802F}" type="pres">
      <dgm:prSet presAssocID="{120123C7-46F4-4F29-8189-763A74B21729}" presName="iconRect" presStyleLbl="node1" presStyleIdx="2" presStyleCnt="3" custLinFactNeighborX="-1328" custLinFactNeighborY="-2789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1F5E8D2F-56CB-4590-BCCB-AD1308DBA123}" type="pres">
      <dgm:prSet presAssocID="{120123C7-46F4-4F29-8189-763A74B21729}" presName="iconSpace" presStyleCnt="0"/>
      <dgm:spPr/>
    </dgm:pt>
    <dgm:pt modelId="{1D6FB7DD-3224-42A0-8F40-DEDCF1C11B3F}" type="pres">
      <dgm:prSet presAssocID="{120123C7-46F4-4F29-8189-763A74B21729}" presName="parTx" presStyleLbl="revTx" presStyleIdx="4" presStyleCnt="6" custLinFactNeighborX="-1395" custLinFactNeighborY="-43387">
        <dgm:presLayoutVars>
          <dgm:chMax val="0"/>
          <dgm:chPref val="0"/>
        </dgm:presLayoutVars>
      </dgm:prSet>
      <dgm:spPr/>
    </dgm:pt>
    <dgm:pt modelId="{693C2D09-5FFB-4036-9786-1F8205EB0205}" type="pres">
      <dgm:prSet presAssocID="{120123C7-46F4-4F29-8189-763A74B21729}" presName="txSpace" presStyleCnt="0"/>
      <dgm:spPr/>
    </dgm:pt>
    <dgm:pt modelId="{F51752E1-7616-4351-9303-AA888E5007FD}" type="pres">
      <dgm:prSet presAssocID="{120123C7-46F4-4F29-8189-763A74B21729}" presName="desTx" presStyleLbl="revTx" presStyleIdx="5" presStyleCnt="6" custLinFactNeighborX="-3719" custLinFactNeighborY="-5330">
        <dgm:presLayoutVars/>
      </dgm:prSet>
      <dgm:spPr/>
    </dgm:pt>
  </dgm:ptLst>
  <dgm:cxnLst>
    <dgm:cxn modelId="{0F1C2F00-EF4E-4505-B535-1D86690CF649}" type="presOf" srcId="{B4895BAC-8FBB-426D-A1CE-197F017F2D12}" destId="{B784C568-E640-4A7B-9B8B-0DC849828B40}" srcOrd="0" destOrd="0" presId="urn:microsoft.com/office/officeart/2018/2/layout/IconLabelDescriptionList"/>
    <dgm:cxn modelId="{CD1B9A06-DDCF-4E69-85B3-5D41CF127277}" type="presOf" srcId="{8E13DED0-6728-4387-B9DE-8FD9D71EBE76}" destId="{78603094-A5BA-412E-ABFE-59BE77BECE26}" srcOrd="0" destOrd="0" presId="urn:microsoft.com/office/officeart/2018/2/layout/IconLabelDescriptionList"/>
    <dgm:cxn modelId="{40A74234-0B30-4D91-B592-580638C82493}" type="presOf" srcId="{A06BDBD9-2E8D-4BB4-B084-156089D46084}" destId="{5A568E31-F883-48DC-9D0B-FDB554B7B4AC}" srcOrd="0" destOrd="0" presId="urn:microsoft.com/office/officeart/2018/2/layout/IconLabelDescriptionList"/>
    <dgm:cxn modelId="{93CE1C44-E706-4B2E-A39B-73EA66A4D51E}" srcId="{8E13DED0-6728-4387-B9DE-8FD9D71EBE76}" destId="{A06BDBD9-2E8D-4BB4-B084-156089D46084}" srcOrd="0" destOrd="0" parTransId="{D2C3753F-294D-424B-9FA0-F316F72AA2EE}" sibTransId="{6D0BF999-B4F7-46C6-BED5-EBEC0A4FA7BE}"/>
    <dgm:cxn modelId="{A9343146-1B4A-49FD-900D-0904AB40663E}" srcId="{8E13DED0-6728-4387-B9DE-8FD9D71EBE76}" destId="{120123C7-46F4-4F29-8189-763A74B21729}" srcOrd="2" destOrd="0" parTransId="{EB1D022B-9097-4BE8-8E5E-D7E9173E79FA}" sibTransId="{74997938-AB0B-4929-A1BA-6D0E471739B1}"/>
    <dgm:cxn modelId="{55493B47-BDF8-4547-ADF2-83BB2BC324E2}" srcId="{8E13DED0-6728-4387-B9DE-8FD9D71EBE76}" destId="{B4895BAC-8FBB-426D-A1CE-197F017F2D12}" srcOrd="1" destOrd="0" parTransId="{3E8F4D32-C7E5-4069-BA9F-D9609E7C3EEF}" sibTransId="{C53EB89B-5068-4BAF-8124-B75B1A91E165}"/>
    <dgm:cxn modelId="{D1434E7A-0CFC-4DC1-AB31-BB0916F7EDF2}" srcId="{120123C7-46F4-4F29-8189-763A74B21729}" destId="{FE75A634-E13A-4888-AB64-DA5984C3E6EC}" srcOrd="0" destOrd="0" parTransId="{8C7160C9-04E7-4687-A0BE-631BB752C8F1}" sibTransId="{70E09E03-8580-4251-B684-19F164DD2C88}"/>
    <dgm:cxn modelId="{CED3987F-C51F-42D4-B442-CAFC703E8F23}" srcId="{A06BDBD9-2E8D-4BB4-B084-156089D46084}" destId="{FC211C97-161F-4608-8270-C8B4E5B2EAC0}" srcOrd="0" destOrd="0" parTransId="{714B10A1-6B6B-41D1-9B51-680EE0DE4BCD}" sibTransId="{A3681A92-4158-4180-B96D-81CDD6765B4E}"/>
    <dgm:cxn modelId="{4088D784-680E-4605-BB12-2F2AB31BB0BE}" srcId="{B4895BAC-8FBB-426D-A1CE-197F017F2D12}" destId="{65F866F8-F1D5-4315-8508-A924F04BA3ED}" srcOrd="1" destOrd="0" parTransId="{8DA9BFE8-C04E-424A-B614-33BED45A52DE}" sibTransId="{85A20E5C-1814-43A6-8BE2-C3985B98CD77}"/>
    <dgm:cxn modelId="{2B2C13A2-1303-44D6-905E-B54EE7E03776}" srcId="{B4895BAC-8FBB-426D-A1CE-197F017F2D12}" destId="{62586274-EEC2-4163-8DEE-CDDE81F77B63}" srcOrd="0" destOrd="0" parTransId="{39744D3C-60B5-40AE-ABFC-83BBD7BF9AAA}" sibTransId="{C6FF24AB-EF85-4AE4-832C-CA799EABFC14}"/>
    <dgm:cxn modelId="{0618F1C1-2424-4254-A0B8-947CA291AD92}" type="presOf" srcId="{FE75A634-E13A-4888-AB64-DA5984C3E6EC}" destId="{F51752E1-7616-4351-9303-AA888E5007FD}" srcOrd="0" destOrd="0" presId="urn:microsoft.com/office/officeart/2018/2/layout/IconLabelDescriptionList"/>
    <dgm:cxn modelId="{EE8FF8C7-E879-4081-9580-1A47DFC2554A}" type="presOf" srcId="{62586274-EEC2-4163-8DEE-CDDE81F77B63}" destId="{67A05553-D5F1-4519-92EE-6C3CBEACE650}" srcOrd="0" destOrd="0" presId="urn:microsoft.com/office/officeart/2018/2/layout/IconLabelDescriptionList"/>
    <dgm:cxn modelId="{31038ECC-0855-4764-B49F-857F481CD9EB}" type="presOf" srcId="{FC211C97-161F-4608-8270-C8B4E5B2EAC0}" destId="{B76F3336-D96E-4A06-87C7-52EE262A2C4F}" srcOrd="0" destOrd="0" presId="urn:microsoft.com/office/officeart/2018/2/layout/IconLabelDescriptionList"/>
    <dgm:cxn modelId="{791614D5-CD22-4FAF-AC1F-CE77D2BE3AF8}" type="presOf" srcId="{65F866F8-F1D5-4315-8508-A924F04BA3ED}" destId="{67A05553-D5F1-4519-92EE-6C3CBEACE650}" srcOrd="0" destOrd="1" presId="urn:microsoft.com/office/officeart/2018/2/layout/IconLabelDescriptionList"/>
    <dgm:cxn modelId="{3D2E27E3-0702-4A66-BA19-D095F5A9A85D}" type="presOf" srcId="{120123C7-46F4-4F29-8189-763A74B21729}" destId="{1D6FB7DD-3224-42A0-8F40-DEDCF1C11B3F}" srcOrd="0" destOrd="0" presId="urn:microsoft.com/office/officeart/2018/2/layout/IconLabelDescriptionList"/>
    <dgm:cxn modelId="{D8863549-1B96-425B-97F2-D57C5066BC2F}" type="presParOf" srcId="{78603094-A5BA-412E-ABFE-59BE77BECE26}" destId="{3C042192-80CB-4D56-B4C3-94F1242FF514}" srcOrd="0" destOrd="0" presId="urn:microsoft.com/office/officeart/2018/2/layout/IconLabelDescriptionList"/>
    <dgm:cxn modelId="{48BB0893-8466-4CBC-92C9-946B7E0290D2}" type="presParOf" srcId="{3C042192-80CB-4D56-B4C3-94F1242FF514}" destId="{AD8C9EF1-3F1F-4C3F-B68E-7380D12B1230}" srcOrd="0" destOrd="0" presId="urn:microsoft.com/office/officeart/2018/2/layout/IconLabelDescriptionList"/>
    <dgm:cxn modelId="{B3ABC709-970A-419B-9E41-F37D4C3AD0B3}" type="presParOf" srcId="{3C042192-80CB-4D56-B4C3-94F1242FF514}" destId="{E08769A1-7003-42DA-9C00-00432ACAFFC6}" srcOrd="1" destOrd="0" presId="urn:microsoft.com/office/officeart/2018/2/layout/IconLabelDescriptionList"/>
    <dgm:cxn modelId="{E896A282-B866-4FE6-8196-A1E478D9A0D0}" type="presParOf" srcId="{3C042192-80CB-4D56-B4C3-94F1242FF514}" destId="{5A568E31-F883-48DC-9D0B-FDB554B7B4AC}" srcOrd="2" destOrd="0" presId="urn:microsoft.com/office/officeart/2018/2/layout/IconLabelDescriptionList"/>
    <dgm:cxn modelId="{8C6E2D78-4989-4942-A48A-EC57DF2E61B7}" type="presParOf" srcId="{3C042192-80CB-4D56-B4C3-94F1242FF514}" destId="{BAA319F1-827F-4AB2-A99A-26A6AC887CE3}" srcOrd="3" destOrd="0" presId="urn:microsoft.com/office/officeart/2018/2/layout/IconLabelDescriptionList"/>
    <dgm:cxn modelId="{C79166C2-FAA5-4D82-9958-59C3317A2357}" type="presParOf" srcId="{3C042192-80CB-4D56-B4C3-94F1242FF514}" destId="{B76F3336-D96E-4A06-87C7-52EE262A2C4F}" srcOrd="4" destOrd="0" presId="urn:microsoft.com/office/officeart/2018/2/layout/IconLabelDescriptionList"/>
    <dgm:cxn modelId="{E6C156A6-C75B-4540-91C2-6275DF1670D9}" type="presParOf" srcId="{78603094-A5BA-412E-ABFE-59BE77BECE26}" destId="{ADC807A9-4F07-4F2E-BF54-52E36D2AE902}" srcOrd="1" destOrd="0" presId="urn:microsoft.com/office/officeart/2018/2/layout/IconLabelDescriptionList"/>
    <dgm:cxn modelId="{E5E67CD2-965B-48B7-8E66-E658EF64F271}" type="presParOf" srcId="{78603094-A5BA-412E-ABFE-59BE77BECE26}" destId="{456F96C6-DE5C-414F-9600-28B1FF20FA18}" srcOrd="2" destOrd="0" presId="urn:microsoft.com/office/officeart/2018/2/layout/IconLabelDescriptionList"/>
    <dgm:cxn modelId="{260013EC-B4BE-4404-85E8-573DC10AEC13}" type="presParOf" srcId="{456F96C6-DE5C-414F-9600-28B1FF20FA18}" destId="{D40270A7-34EA-47E5-8A81-13F13E44C1A8}" srcOrd="0" destOrd="0" presId="urn:microsoft.com/office/officeart/2018/2/layout/IconLabelDescriptionList"/>
    <dgm:cxn modelId="{D31D3DB3-EA2C-469A-9947-5C1D7EE3A489}" type="presParOf" srcId="{456F96C6-DE5C-414F-9600-28B1FF20FA18}" destId="{5CC4B789-B771-4224-91EC-65A8E25AC27B}" srcOrd="1" destOrd="0" presId="urn:microsoft.com/office/officeart/2018/2/layout/IconLabelDescriptionList"/>
    <dgm:cxn modelId="{35A2FB07-67A6-4496-B620-3521D857A3A5}" type="presParOf" srcId="{456F96C6-DE5C-414F-9600-28B1FF20FA18}" destId="{B784C568-E640-4A7B-9B8B-0DC849828B40}" srcOrd="2" destOrd="0" presId="urn:microsoft.com/office/officeart/2018/2/layout/IconLabelDescriptionList"/>
    <dgm:cxn modelId="{3573E575-E081-4126-9C9D-9F5FCE7CAC53}" type="presParOf" srcId="{456F96C6-DE5C-414F-9600-28B1FF20FA18}" destId="{924B6DEC-8962-4596-9B1E-27833BA69059}" srcOrd="3" destOrd="0" presId="urn:microsoft.com/office/officeart/2018/2/layout/IconLabelDescriptionList"/>
    <dgm:cxn modelId="{60829C95-F9C1-4672-A396-D717681DDE83}" type="presParOf" srcId="{456F96C6-DE5C-414F-9600-28B1FF20FA18}" destId="{67A05553-D5F1-4519-92EE-6C3CBEACE650}" srcOrd="4" destOrd="0" presId="urn:microsoft.com/office/officeart/2018/2/layout/IconLabelDescriptionList"/>
    <dgm:cxn modelId="{935ECBF8-E607-4439-9F31-0A8DF4C332BA}" type="presParOf" srcId="{78603094-A5BA-412E-ABFE-59BE77BECE26}" destId="{F5627B67-9252-47DE-9367-6B413FAB9464}" srcOrd="3" destOrd="0" presId="urn:microsoft.com/office/officeart/2018/2/layout/IconLabelDescriptionList"/>
    <dgm:cxn modelId="{B660FA8E-7668-46EB-8B93-EE7D00ABC6A5}" type="presParOf" srcId="{78603094-A5BA-412E-ABFE-59BE77BECE26}" destId="{CD6FAF0A-B415-4BC5-9E7C-989EDD5F98AE}" srcOrd="4" destOrd="0" presId="urn:microsoft.com/office/officeart/2018/2/layout/IconLabelDescriptionList"/>
    <dgm:cxn modelId="{9A748693-4943-4FBE-900B-1D8274709CEF}" type="presParOf" srcId="{CD6FAF0A-B415-4BC5-9E7C-989EDD5F98AE}" destId="{089662D3-490A-4CEC-9E70-0DC27243802F}" srcOrd="0" destOrd="0" presId="urn:microsoft.com/office/officeart/2018/2/layout/IconLabelDescriptionList"/>
    <dgm:cxn modelId="{4B586E94-9CAB-49A5-829A-97C940468F55}" type="presParOf" srcId="{CD6FAF0A-B415-4BC5-9E7C-989EDD5F98AE}" destId="{1F5E8D2F-56CB-4590-BCCB-AD1308DBA123}" srcOrd="1" destOrd="0" presId="urn:microsoft.com/office/officeart/2018/2/layout/IconLabelDescriptionList"/>
    <dgm:cxn modelId="{CFD99501-1A2C-424D-B36A-F2CEBDFAB5EB}" type="presParOf" srcId="{CD6FAF0A-B415-4BC5-9E7C-989EDD5F98AE}" destId="{1D6FB7DD-3224-42A0-8F40-DEDCF1C11B3F}" srcOrd="2" destOrd="0" presId="urn:microsoft.com/office/officeart/2018/2/layout/IconLabelDescriptionList"/>
    <dgm:cxn modelId="{96663217-CDD4-48D2-AB99-926C80FB87C6}" type="presParOf" srcId="{CD6FAF0A-B415-4BC5-9E7C-989EDD5F98AE}" destId="{693C2D09-5FFB-4036-9786-1F8205EB0205}" srcOrd="3" destOrd="0" presId="urn:microsoft.com/office/officeart/2018/2/layout/IconLabelDescriptionList"/>
    <dgm:cxn modelId="{385674F0-B826-498E-9BCF-E7E698F5699A}" type="presParOf" srcId="{CD6FAF0A-B415-4BC5-9E7C-989EDD5F98AE}" destId="{F51752E1-7616-4351-9303-AA888E5007F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8506CA6-B055-40BA-B084-BB5BDFD88AEB}"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IN"/>
        </a:p>
      </dgm:t>
    </dgm:pt>
    <dgm:pt modelId="{AF282E47-8910-438B-B707-F1635B444D09}">
      <dgm:prSet phldrT="[Text]" phldr="0"/>
      <dgm:spPr/>
      <dgm:t>
        <a:bodyPr/>
        <a:lstStyle/>
        <a:p>
          <a:r>
            <a:rPr lang="en-US"/>
            <a:t>Streams 	</a:t>
          </a:r>
          <a:endParaRPr lang="en-IN"/>
        </a:p>
      </dgm:t>
    </dgm:pt>
    <dgm:pt modelId="{0E9AA646-9DA4-4BE3-8655-83FC5A6898B2}" type="parTrans" cxnId="{8FB35396-4034-41CE-94FE-377DCC804AAA}">
      <dgm:prSet/>
      <dgm:spPr/>
      <dgm:t>
        <a:bodyPr/>
        <a:lstStyle/>
        <a:p>
          <a:endParaRPr lang="en-IN"/>
        </a:p>
      </dgm:t>
    </dgm:pt>
    <dgm:pt modelId="{FA915020-B774-4A3C-BB83-D2812293B266}" type="sibTrans" cxnId="{8FB35396-4034-41CE-94FE-377DCC804AAA}">
      <dgm:prSet/>
      <dgm:spPr/>
      <dgm:t>
        <a:bodyPr/>
        <a:lstStyle/>
        <a:p>
          <a:endParaRPr lang="en-IN"/>
        </a:p>
      </dgm:t>
    </dgm:pt>
    <dgm:pt modelId="{238544DA-6402-4B19-A3C4-FFCA838663FD}">
      <dgm:prSet phldrT="[Text]" phldr="0"/>
      <dgm:spPr/>
      <dgm:t>
        <a:bodyPr/>
        <a:lstStyle/>
        <a:p>
          <a:r>
            <a:rPr lang="en-US"/>
            <a:t>Base Table changes</a:t>
          </a:r>
          <a:endParaRPr lang="en-IN"/>
        </a:p>
      </dgm:t>
    </dgm:pt>
    <dgm:pt modelId="{6DAB2A66-1D81-4D97-8E54-55EA61301A08}" type="parTrans" cxnId="{2A1A5C32-0756-40D9-BDE3-7A7A71F26039}">
      <dgm:prSet/>
      <dgm:spPr/>
      <dgm:t>
        <a:bodyPr/>
        <a:lstStyle/>
        <a:p>
          <a:endParaRPr lang="en-IN"/>
        </a:p>
      </dgm:t>
    </dgm:pt>
    <dgm:pt modelId="{C0E66E24-6846-442A-8185-122EA5E9755C}" type="sibTrans" cxnId="{2A1A5C32-0756-40D9-BDE3-7A7A71F26039}">
      <dgm:prSet/>
      <dgm:spPr/>
      <dgm:t>
        <a:bodyPr/>
        <a:lstStyle/>
        <a:p>
          <a:endParaRPr lang="en-IN"/>
        </a:p>
      </dgm:t>
    </dgm:pt>
    <dgm:pt modelId="{DD76368B-E574-4E62-AEC4-75DB3FC734BF}">
      <dgm:prSet phldrT="[Text]" phldr="0"/>
      <dgm:spPr/>
      <dgm:t>
        <a:bodyPr/>
        <a:lstStyle/>
        <a:p>
          <a:pPr rtl="0"/>
          <a:r>
            <a:rPr lang="en-US" sz="1100">
              <a:latin typeface="Calibri"/>
              <a:ea typeface="Calibri"/>
              <a:cs typeface="Calibri"/>
            </a:rPr>
            <a:t>Chained Tasks </a:t>
          </a:r>
          <a:r>
            <a:rPr lang="en-US">
              <a:latin typeface="Frutiger 45 bold"/>
            </a:rPr>
            <a:t> </a:t>
          </a:r>
          <a:endParaRPr lang="en-IN"/>
        </a:p>
      </dgm:t>
    </dgm:pt>
    <dgm:pt modelId="{3ED78913-8075-40DA-B9CB-BE6A904D13F8}" type="parTrans" cxnId="{8B831F0A-944F-4AAD-9174-94710CDC1BCC}">
      <dgm:prSet/>
      <dgm:spPr/>
      <dgm:t>
        <a:bodyPr/>
        <a:lstStyle/>
        <a:p>
          <a:endParaRPr lang="en-IN"/>
        </a:p>
      </dgm:t>
    </dgm:pt>
    <dgm:pt modelId="{23436446-8269-4B08-80EB-32F9ABE10D7B}" type="sibTrans" cxnId="{8B831F0A-944F-4AAD-9174-94710CDC1BCC}">
      <dgm:prSet/>
      <dgm:spPr/>
      <dgm:t>
        <a:bodyPr/>
        <a:lstStyle/>
        <a:p>
          <a:endParaRPr lang="en-IN"/>
        </a:p>
      </dgm:t>
    </dgm:pt>
    <dgm:pt modelId="{AC9DEFA3-C16D-4B54-958F-91A325B1931F}">
      <dgm:prSet phldrT="[Text]" phldr="0"/>
      <dgm:spPr/>
      <dgm:t>
        <a:bodyPr/>
        <a:lstStyle/>
        <a:p>
          <a:pPr rtl="0"/>
          <a:r>
            <a:rPr lang="en-US" sz="1100">
              <a:solidFill>
                <a:schemeClr val="bg2"/>
              </a:solidFill>
              <a:latin typeface="Calibri"/>
              <a:ea typeface="Calibri"/>
              <a:cs typeface="Calibri"/>
            </a:rPr>
            <a:t>Dimension table</a:t>
          </a:r>
          <a:r>
            <a:rPr lang="en-US" sz="1100">
              <a:solidFill>
                <a:srgbClr val="000000"/>
              </a:solidFill>
              <a:latin typeface="Calibri"/>
              <a:ea typeface="Calibri"/>
              <a:cs typeface="Calibri"/>
            </a:rPr>
            <a:t> </a:t>
          </a:r>
        </a:p>
      </dgm:t>
    </dgm:pt>
    <dgm:pt modelId="{94277ECC-FF37-4F10-9A02-40DEC5F0EB52}" type="parTrans" cxnId="{C28BED4A-F19D-4BFE-BA51-348075CBFA81}">
      <dgm:prSet/>
      <dgm:spPr/>
      <dgm:t>
        <a:bodyPr/>
        <a:lstStyle/>
        <a:p>
          <a:endParaRPr lang="en-IN"/>
        </a:p>
      </dgm:t>
    </dgm:pt>
    <dgm:pt modelId="{C471BDA7-EB37-443B-A8AC-4EF94A97370B}" type="sibTrans" cxnId="{C28BED4A-F19D-4BFE-BA51-348075CBFA81}">
      <dgm:prSet/>
      <dgm:spPr/>
      <dgm:t>
        <a:bodyPr/>
        <a:lstStyle/>
        <a:p>
          <a:endParaRPr lang="en-IN"/>
        </a:p>
      </dgm:t>
    </dgm:pt>
    <dgm:pt modelId="{BCE2C8D6-961E-44AF-B4C0-7C204C8CC1B1}">
      <dgm:prSet phldrT="[Text]" phldr="0"/>
      <dgm:spPr/>
      <dgm:t>
        <a:bodyPr/>
        <a:lstStyle/>
        <a:p>
          <a:pPr rtl="0"/>
          <a:r>
            <a:rPr lang="en-US" sz="1100">
              <a:solidFill>
                <a:srgbClr val="444444"/>
              </a:solidFill>
              <a:latin typeface="Calibri"/>
              <a:ea typeface="Calibri"/>
              <a:cs typeface="Calibri"/>
            </a:rPr>
            <a:t>Upsert into the dimension tables</a:t>
          </a:r>
        </a:p>
      </dgm:t>
    </dgm:pt>
    <dgm:pt modelId="{9119671C-3D9F-4134-9952-D52ABE76EC6D}" type="parTrans" cxnId="{EFC0E599-C171-4440-8B82-A60373E8788C}">
      <dgm:prSet/>
      <dgm:spPr/>
      <dgm:t>
        <a:bodyPr/>
        <a:lstStyle/>
        <a:p>
          <a:endParaRPr lang="en-IN"/>
        </a:p>
      </dgm:t>
    </dgm:pt>
    <dgm:pt modelId="{08E5894A-4184-42E3-BBB8-EA8DF3691A06}" type="sibTrans" cxnId="{EFC0E599-C171-4440-8B82-A60373E8788C}">
      <dgm:prSet/>
      <dgm:spPr/>
      <dgm:t>
        <a:bodyPr/>
        <a:lstStyle/>
        <a:p>
          <a:endParaRPr lang="en-IN"/>
        </a:p>
      </dgm:t>
    </dgm:pt>
    <dgm:pt modelId="{3DFEBE33-0191-4509-AFF7-A9E545464F96}">
      <dgm:prSet phldrT="[Text]" phldr="0"/>
      <dgm:spPr/>
      <dgm:t>
        <a:bodyPr/>
        <a:lstStyle/>
        <a:p>
          <a:pPr rtl="0"/>
          <a:r>
            <a:rPr lang="en-US">
              <a:latin typeface="Frutiger 45 bold"/>
            </a:rPr>
            <a:t>Fact tables</a:t>
          </a:r>
          <a:endParaRPr lang="en-US"/>
        </a:p>
      </dgm:t>
    </dgm:pt>
    <dgm:pt modelId="{D74907E3-9EBC-45AF-BC90-96E707F48C05}" type="parTrans" cxnId="{22804FEB-107E-41CC-8FEA-563B0B87FC9D}">
      <dgm:prSet/>
      <dgm:spPr/>
      <dgm:t>
        <a:bodyPr/>
        <a:lstStyle/>
        <a:p>
          <a:endParaRPr lang="en-IN"/>
        </a:p>
      </dgm:t>
    </dgm:pt>
    <dgm:pt modelId="{BC56AF83-FC44-4376-9268-0B1C8520FB48}" type="sibTrans" cxnId="{22804FEB-107E-41CC-8FEA-563B0B87FC9D}">
      <dgm:prSet/>
      <dgm:spPr/>
      <dgm:t>
        <a:bodyPr/>
        <a:lstStyle/>
        <a:p>
          <a:endParaRPr lang="en-IN"/>
        </a:p>
      </dgm:t>
    </dgm:pt>
    <dgm:pt modelId="{BA06E2C0-343F-461E-9BF2-A3861A725466}">
      <dgm:prSet phldrT="[Text]" phldr="0"/>
      <dgm:spPr/>
      <dgm:t>
        <a:bodyPr/>
        <a:lstStyle/>
        <a:p>
          <a:pPr rtl="0"/>
          <a:r>
            <a:rPr lang="en-US" err="1">
              <a:latin typeface="Frutiger 45 bold"/>
            </a:rPr>
            <a:t>Upsert</a:t>
          </a:r>
          <a:r>
            <a:rPr lang="en-US">
              <a:latin typeface="Frutiger 45 bold"/>
            </a:rPr>
            <a:t> into</a:t>
          </a:r>
          <a:r>
            <a:rPr lang="en-US"/>
            <a:t> </a:t>
          </a:r>
          <a:r>
            <a:rPr lang="en-US">
              <a:latin typeface="Frutiger 45 bold"/>
            </a:rPr>
            <a:t>the Fact Tables </a:t>
          </a:r>
          <a:endParaRPr lang="en-IN"/>
        </a:p>
      </dgm:t>
    </dgm:pt>
    <dgm:pt modelId="{052034EE-C0A2-41E0-858C-3CBC85FBFE46}" type="parTrans" cxnId="{20233E15-9F3A-4018-BC62-4496360D0977}">
      <dgm:prSet/>
      <dgm:spPr/>
      <dgm:t>
        <a:bodyPr/>
        <a:lstStyle/>
        <a:p>
          <a:endParaRPr lang="en-IN"/>
        </a:p>
      </dgm:t>
    </dgm:pt>
    <dgm:pt modelId="{BC462B9F-EEE1-48D6-B444-21F07C133C69}" type="sibTrans" cxnId="{20233E15-9F3A-4018-BC62-4496360D0977}">
      <dgm:prSet/>
      <dgm:spPr/>
      <dgm:t>
        <a:bodyPr/>
        <a:lstStyle/>
        <a:p>
          <a:endParaRPr lang="en-IN"/>
        </a:p>
      </dgm:t>
    </dgm:pt>
    <dgm:pt modelId="{C350CA98-6030-4ADA-B32E-6A7858A0E5EE}">
      <dgm:prSet phldr="0"/>
      <dgm:spPr/>
      <dgm:t>
        <a:bodyPr/>
        <a:lstStyle/>
        <a:p>
          <a:pPr rtl="0"/>
          <a:r>
            <a:rPr lang="en-US" sz="1100">
              <a:latin typeface="Calibri"/>
              <a:ea typeface="Calibri"/>
              <a:cs typeface="Calibri"/>
            </a:rPr>
            <a:t>Task scheduling for the schema</a:t>
          </a:r>
          <a:endParaRPr lang="en-US" sz="1400">
            <a:solidFill>
              <a:schemeClr val="bg2"/>
            </a:solidFill>
            <a:latin typeface="Frutiger 45 bold"/>
            <a:ea typeface="Calibri"/>
            <a:cs typeface="Calibri"/>
          </a:endParaRPr>
        </a:p>
      </dgm:t>
    </dgm:pt>
    <dgm:pt modelId="{D1C22EAD-DD9A-4CDA-A69C-191BEBB2165F}" type="parTrans" cxnId="{36E42C3B-E8A3-4E0B-8660-E3029767D8AD}">
      <dgm:prSet/>
      <dgm:spPr/>
    </dgm:pt>
    <dgm:pt modelId="{8ACEF27F-7458-4B4F-BA6B-B1B0A7BBF078}" type="sibTrans" cxnId="{36E42C3B-E8A3-4E0B-8660-E3029767D8AD}">
      <dgm:prSet/>
      <dgm:spPr/>
    </dgm:pt>
    <dgm:pt modelId="{26B15059-095B-4281-9206-D3B531030D56}" type="pres">
      <dgm:prSet presAssocID="{D8506CA6-B055-40BA-B084-BB5BDFD88AEB}" presName="cycleMatrixDiagram" presStyleCnt="0">
        <dgm:presLayoutVars>
          <dgm:chMax val="1"/>
          <dgm:dir/>
          <dgm:animLvl val="lvl"/>
          <dgm:resizeHandles val="exact"/>
        </dgm:presLayoutVars>
      </dgm:prSet>
      <dgm:spPr/>
    </dgm:pt>
    <dgm:pt modelId="{6BDA11EB-4D66-4CD1-833E-0CDE07862CE1}" type="pres">
      <dgm:prSet presAssocID="{D8506CA6-B055-40BA-B084-BB5BDFD88AEB}" presName="children" presStyleCnt="0"/>
      <dgm:spPr/>
    </dgm:pt>
    <dgm:pt modelId="{6084DB8C-AE47-4EDB-913D-D75BEDBAF9E1}" type="pres">
      <dgm:prSet presAssocID="{D8506CA6-B055-40BA-B084-BB5BDFD88AEB}" presName="child1group" presStyleCnt="0"/>
      <dgm:spPr/>
    </dgm:pt>
    <dgm:pt modelId="{24FCC558-9143-4561-9E42-33AC0A59FD5E}" type="pres">
      <dgm:prSet presAssocID="{D8506CA6-B055-40BA-B084-BB5BDFD88AEB}" presName="child1" presStyleLbl="bgAcc1" presStyleIdx="0" presStyleCnt="4"/>
      <dgm:spPr/>
    </dgm:pt>
    <dgm:pt modelId="{9C034F16-9CD1-4A97-915A-288ACDC68CF8}" type="pres">
      <dgm:prSet presAssocID="{D8506CA6-B055-40BA-B084-BB5BDFD88AEB}" presName="child1Text" presStyleLbl="bgAcc1" presStyleIdx="0" presStyleCnt="4">
        <dgm:presLayoutVars>
          <dgm:bulletEnabled val="1"/>
        </dgm:presLayoutVars>
      </dgm:prSet>
      <dgm:spPr/>
    </dgm:pt>
    <dgm:pt modelId="{46618D22-1B69-43AD-9AF3-705F2B502203}" type="pres">
      <dgm:prSet presAssocID="{D8506CA6-B055-40BA-B084-BB5BDFD88AEB}" presName="child2group" presStyleCnt="0"/>
      <dgm:spPr/>
    </dgm:pt>
    <dgm:pt modelId="{777334B5-9B58-4B43-9C22-DC8C4FBEF633}" type="pres">
      <dgm:prSet presAssocID="{D8506CA6-B055-40BA-B084-BB5BDFD88AEB}" presName="child2" presStyleLbl="bgAcc1" presStyleIdx="1" presStyleCnt="4"/>
      <dgm:spPr/>
    </dgm:pt>
    <dgm:pt modelId="{2CDDE5E6-6D06-443F-84F8-14F2A1108121}" type="pres">
      <dgm:prSet presAssocID="{D8506CA6-B055-40BA-B084-BB5BDFD88AEB}" presName="child2Text" presStyleLbl="bgAcc1" presStyleIdx="1" presStyleCnt="4">
        <dgm:presLayoutVars>
          <dgm:bulletEnabled val="1"/>
        </dgm:presLayoutVars>
      </dgm:prSet>
      <dgm:spPr/>
    </dgm:pt>
    <dgm:pt modelId="{CF46B338-7BBE-4061-9FE5-FA7E201E4683}" type="pres">
      <dgm:prSet presAssocID="{D8506CA6-B055-40BA-B084-BB5BDFD88AEB}" presName="child3group" presStyleCnt="0"/>
      <dgm:spPr/>
    </dgm:pt>
    <dgm:pt modelId="{56DDCF03-3B78-4221-BD8A-4E0FBE5F8C63}" type="pres">
      <dgm:prSet presAssocID="{D8506CA6-B055-40BA-B084-BB5BDFD88AEB}" presName="child3" presStyleLbl="bgAcc1" presStyleIdx="2" presStyleCnt="4"/>
      <dgm:spPr/>
    </dgm:pt>
    <dgm:pt modelId="{9D18AA3B-31F3-4441-8CD0-78050A6AC5F9}" type="pres">
      <dgm:prSet presAssocID="{D8506CA6-B055-40BA-B084-BB5BDFD88AEB}" presName="child3Text" presStyleLbl="bgAcc1" presStyleIdx="2" presStyleCnt="4">
        <dgm:presLayoutVars>
          <dgm:bulletEnabled val="1"/>
        </dgm:presLayoutVars>
      </dgm:prSet>
      <dgm:spPr/>
    </dgm:pt>
    <dgm:pt modelId="{31D88C0A-7B4F-453F-B641-28B6768C6762}" type="pres">
      <dgm:prSet presAssocID="{D8506CA6-B055-40BA-B084-BB5BDFD88AEB}" presName="child4group" presStyleCnt="0"/>
      <dgm:spPr/>
    </dgm:pt>
    <dgm:pt modelId="{A1F9E2A7-E20C-4C12-8676-4C88872808CF}" type="pres">
      <dgm:prSet presAssocID="{D8506CA6-B055-40BA-B084-BB5BDFD88AEB}" presName="child4" presStyleLbl="bgAcc1" presStyleIdx="3" presStyleCnt="4"/>
      <dgm:spPr/>
    </dgm:pt>
    <dgm:pt modelId="{524169F9-EA2D-472B-892D-460573463735}" type="pres">
      <dgm:prSet presAssocID="{D8506CA6-B055-40BA-B084-BB5BDFD88AEB}" presName="child4Text" presStyleLbl="bgAcc1" presStyleIdx="3" presStyleCnt="4">
        <dgm:presLayoutVars>
          <dgm:bulletEnabled val="1"/>
        </dgm:presLayoutVars>
      </dgm:prSet>
      <dgm:spPr/>
    </dgm:pt>
    <dgm:pt modelId="{B47E43DB-BDD5-483A-9E67-B9C772399F22}" type="pres">
      <dgm:prSet presAssocID="{D8506CA6-B055-40BA-B084-BB5BDFD88AEB}" presName="childPlaceholder" presStyleCnt="0"/>
      <dgm:spPr/>
    </dgm:pt>
    <dgm:pt modelId="{4B283437-264A-43C1-8974-76DDFBE60FFB}" type="pres">
      <dgm:prSet presAssocID="{D8506CA6-B055-40BA-B084-BB5BDFD88AEB}" presName="circle" presStyleCnt="0"/>
      <dgm:spPr/>
    </dgm:pt>
    <dgm:pt modelId="{51205516-4B5F-4AA9-8AD9-0D011657DA72}" type="pres">
      <dgm:prSet presAssocID="{D8506CA6-B055-40BA-B084-BB5BDFD88AEB}" presName="quadrant1" presStyleLbl="node1" presStyleIdx="0" presStyleCnt="4">
        <dgm:presLayoutVars>
          <dgm:chMax val="1"/>
          <dgm:bulletEnabled val="1"/>
        </dgm:presLayoutVars>
      </dgm:prSet>
      <dgm:spPr/>
    </dgm:pt>
    <dgm:pt modelId="{FE356271-AD6C-4F0E-875B-B772DCEF88B7}" type="pres">
      <dgm:prSet presAssocID="{D8506CA6-B055-40BA-B084-BB5BDFD88AEB}" presName="quadrant2" presStyleLbl="node1" presStyleIdx="1" presStyleCnt="4" custScaleY="98059" custLinFactNeighborX="-878" custLinFactNeighborY="-350">
        <dgm:presLayoutVars>
          <dgm:chMax val="1"/>
          <dgm:bulletEnabled val="1"/>
        </dgm:presLayoutVars>
      </dgm:prSet>
      <dgm:spPr/>
    </dgm:pt>
    <dgm:pt modelId="{1EDF1275-1468-4EA5-86DC-C40EEE02371F}" type="pres">
      <dgm:prSet presAssocID="{D8506CA6-B055-40BA-B084-BB5BDFD88AEB}" presName="quadrant3" presStyleLbl="node1" presStyleIdx="2" presStyleCnt="4">
        <dgm:presLayoutVars>
          <dgm:chMax val="1"/>
          <dgm:bulletEnabled val="1"/>
        </dgm:presLayoutVars>
      </dgm:prSet>
      <dgm:spPr/>
    </dgm:pt>
    <dgm:pt modelId="{02D50B64-DACD-4E1F-927C-62D92DD3F2DB}" type="pres">
      <dgm:prSet presAssocID="{D8506CA6-B055-40BA-B084-BB5BDFD88AEB}" presName="quadrant4" presStyleLbl="node1" presStyleIdx="3" presStyleCnt="4">
        <dgm:presLayoutVars>
          <dgm:chMax val="1"/>
          <dgm:bulletEnabled val="1"/>
        </dgm:presLayoutVars>
      </dgm:prSet>
      <dgm:spPr/>
    </dgm:pt>
    <dgm:pt modelId="{E7CE7591-D99F-4D5C-8528-C0AAE0E166D8}" type="pres">
      <dgm:prSet presAssocID="{D8506CA6-B055-40BA-B084-BB5BDFD88AEB}" presName="quadrantPlaceholder" presStyleCnt="0"/>
      <dgm:spPr/>
    </dgm:pt>
    <dgm:pt modelId="{C0893B3C-265B-4782-92F7-0B03CB40F7AC}" type="pres">
      <dgm:prSet presAssocID="{D8506CA6-B055-40BA-B084-BB5BDFD88AEB}" presName="center1" presStyleLbl="fgShp" presStyleIdx="0" presStyleCnt="2"/>
      <dgm:spPr/>
    </dgm:pt>
    <dgm:pt modelId="{19459EC3-E42A-41E8-85F0-627FB4DE4F1F}" type="pres">
      <dgm:prSet presAssocID="{D8506CA6-B055-40BA-B084-BB5BDFD88AEB}" presName="center2" presStyleLbl="fgShp" presStyleIdx="1" presStyleCnt="2"/>
      <dgm:spPr/>
    </dgm:pt>
  </dgm:ptLst>
  <dgm:cxnLst>
    <dgm:cxn modelId="{3FF83507-AE5C-471A-9F3B-82112663F68B}" type="presOf" srcId="{DD76368B-E574-4E62-AEC4-75DB3FC734BF}" destId="{FE356271-AD6C-4F0E-875B-B772DCEF88B7}" srcOrd="0" destOrd="0" presId="urn:microsoft.com/office/officeart/2005/8/layout/cycle4"/>
    <dgm:cxn modelId="{8B831F0A-944F-4AAD-9174-94710CDC1BCC}" srcId="{D8506CA6-B055-40BA-B084-BB5BDFD88AEB}" destId="{DD76368B-E574-4E62-AEC4-75DB3FC734BF}" srcOrd="1" destOrd="0" parTransId="{3ED78913-8075-40DA-B9CB-BE6A904D13F8}" sibTransId="{23436446-8269-4B08-80EB-32F9ABE10D7B}"/>
    <dgm:cxn modelId="{20233E15-9F3A-4018-BC62-4496360D0977}" srcId="{3DFEBE33-0191-4509-AFF7-A9E545464F96}" destId="{BA06E2C0-343F-461E-9BF2-A3861A725466}" srcOrd="0" destOrd="0" parTransId="{052034EE-C0A2-41E0-858C-3CBC85FBFE46}" sibTransId="{BC462B9F-EEE1-48D6-B444-21F07C133C69}"/>
    <dgm:cxn modelId="{8C162225-283D-46BE-B8DA-84CFF2D55996}" type="presOf" srcId="{C350CA98-6030-4ADA-B32E-6A7858A0E5EE}" destId="{777334B5-9B58-4B43-9C22-DC8C4FBEF633}" srcOrd="0" destOrd="0" presId="urn:microsoft.com/office/officeart/2005/8/layout/cycle4"/>
    <dgm:cxn modelId="{2A1A5C32-0756-40D9-BDE3-7A7A71F26039}" srcId="{AF282E47-8910-438B-B707-F1635B444D09}" destId="{238544DA-6402-4B19-A3C4-FFCA838663FD}" srcOrd="0" destOrd="0" parTransId="{6DAB2A66-1D81-4D97-8E54-55EA61301A08}" sibTransId="{C0E66E24-6846-442A-8185-122EA5E9755C}"/>
    <dgm:cxn modelId="{36E42C3B-E8A3-4E0B-8660-E3029767D8AD}" srcId="{DD76368B-E574-4E62-AEC4-75DB3FC734BF}" destId="{C350CA98-6030-4ADA-B32E-6A7858A0E5EE}" srcOrd="0" destOrd="0" parTransId="{D1C22EAD-DD9A-4CDA-A69C-191BEBB2165F}" sibTransId="{8ACEF27F-7458-4B4F-BA6B-B1B0A7BBF078}"/>
    <dgm:cxn modelId="{8CE7B05B-F40C-43E9-8D02-2A2CC2A3C935}" type="presOf" srcId="{BA06E2C0-343F-461E-9BF2-A3861A725466}" destId="{A1F9E2A7-E20C-4C12-8676-4C88872808CF}" srcOrd="0" destOrd="0" presId="urn:microsoft.com/office/officeart/2005/8/layout/cycle4"/>
    <dgm:cxn modelId="{D0E05848-198E-482A-AB7B-86C5AA7D060E}" type="presOf" srcId="{AC9DEFA3-C16D-4B54-958F-91A325B1931F}" destId="{1EDF1275-1468-4EA5-86DC-C40EEE02371F}" srcOrd="0" destOrd="0" presId="urn:microsoft.com/office/officeart/2005/8/layout/cycle4"/>
    <dgm:cxn modelId="{C28BED4A-F19D-4BFE-BA51-348075CBFA81}" srcId="{D8506CA6-B055-40BA-B084-BB5BDFD88AEB}" destId="{AC9DEFA3-C16D-4B54-958F-91A325B1931F}" srcOrd="2" destOrd="0" parTransId="{94277ECC-FF37-4F10-9A02-40DEC5F0EB52}" sibTransId="{C471BDA7-EB37-443B-A8AC-4EF94A97370B}"/>
    <dgm:cxn modelId="{1E985484-6B69-4857-8B41-212CE2FC87AB}" type="presOf" srcId="{BCE2C8D6-961E-44AF-B4C0-7C204C8CC1B1}" destId="{56DDCF03-3B78-4221-BD8A-4E0FBE5F8C63}" srcOrd="0" destOrd="0" presId="urn:microsoft.com/office/officeart/2005/8/layout/cycle4"/>
    <dgm:cxn modelId="{87848D85-668B-44CF-A210-DBFA3AFF85A7}" type="presOf" srcId="{D8506CA6-B055-40BA-B084-BB5BDFD88AEB}" destId="{26B15059-095B-4281-9206-D3B531030D56}" srcOrd="0" destOrd="0" presId="urn:microsoft.com/office/officeart/2005/8/layout/cycle4"/>
    <dgm:cxn modelId="{8FB35396-4034-41CE-94FE-377DCC804AAA}" srcId="{D8506CA6-B055-40BA-B084-BB5BDFD88AEB}" destId="{AF282E47-8910-438B-B707-F1635B444D09}" srcOrd="0" destOrd="0" parTransId="{0E9AA646-9DA4-4BE3-8655-83FC5A6898B2}" sibTransId="{FA915020-B774-4A3C-BB83-D2812293B266}"/>
    <dgm:cxn modelId="{EFC0E599-C171-4440-8B82-A60373E8788C}" srcId="{AC9DEFA3-C16D-4B54-958F-91A325B1931F}" destId="{BCE2C8D6-961E-44AF-B4C0-7C204C8CC1B1}" srcOrd="0" destOrd="0" parTransId="{9119671C-3D9F-4134-9952-D52ABE76EC6D}" sibTransId="{08E5894A-4184-42E3-BBB8-EA8DF3691A06}"/>
    <dgm:cxn modelId="{544AC0A7-C22E-4587-8A29-562C3588E8EE}" type="presOf" srcId="{BCE2C8D6-961E-44AF-B4C0-7C204C8CC1B1}" destId="{9D18AA3B-31F3-4441-8CD0-78050A6AC5F9}" srcOrd="1" destOrd="0" presId="urn:microsoft.com/office/officeart/2005/8/layout/cycle4"/>
    <dgm:cxn modelId="{745722A8-E7E6-40B1-BFE9-E3E64DCC57E2}" type="presOf" srcId="{AF282E47-8910-438B-B707-F1635B444D09}" destId="{51205516-4B5F-4AA9-8AD9-0D011657DA72}" srcOrd="0" destOrd="0" presId="urn:microsoft.com/office/officeart/2005/8/layout/cycle4"/>
    <dgm:cxn modelId="{167CF0BE-80C6-4D5B-9E29-5BB691AD2F8C}" type="presOf" srcId="{238544DA-6402-4B19-A3C4-FFCA838663FD}" destId="{24FCC558-9143-4561-9E42-33AC0A59FD5E}" srcOrd="0" destOrd="0" presId="urn:microsoft.com/office/officeart/2005/8/layout/cycle4"/>
    <dgm:cxn modelId="{8F0D33BF-8C61-4C06-8F2F-87AEACD95E84}" type="presOf" srcId="{3DFEBE33-0191-4509-AFF7-A9E545464F96}" destId="{02D50B64-DACD-4E1F-927C-62D92DD3F2DB}" srcOrd="0" destOrd="0" presId="urn:microsoft.com/office/officeart/2005/8/layout/cycle4"/>
    <dgm:cxn modelId="{CD6440CE-45A1-4298-AF0C-42D6F9FC8411}" type="presOf" srcId="{BA06E2C0-343F-461E-9BF2-A3861A725466}" destId="{524169F9-EA2D-472B-892D-460573463735}" srcOrd="1" destOrd="0" presId="urn:microsoft.com/office/officeart/2005/8/layout/cycle4"/>
    <dgm:cxn modelId="{5ED1D2DD-E47E-4B88-B4C6-62257DBBCAA4}" type="presOf" srcId="{238544DA-6402-4B19-A3C4-FFCA838663FD}" destId="{9C034F16-9CD1-4A97-915A-288ACDC68CF8}" srcOrd="1" destOrd="0" presId="urn:microsoft.com/office/officeart/2005/8/layout/cycle4"/>
    <dgm:cxn modelId="{532DABDF-A1EB-4B2A-AEE1-9BD187711635}" type="presOf" srcId="{C350CA98-6030-4ADA-B32E-6A7858A0E5EE}" destId="{2CDDE5E6-6D06-443F-84F8-14F2A1108121}" srcOrd="1" destOrd="0" presId="urn:microsoft.com/office/officeart/2005/8/layout/cycle4"/>
    <dgm:cxn modelId="{22804FEB-107E-41CC-8FEA-563B0B87FC9D}" srcId="{D8506CA6-B055-40BA-B084-BB5BDFD88AEB}" destId="{3DFEBE33-0191-4509-AFF7-A9E545464F96}" srcOrd="3" destOrd="0" parTransId="{D74907E3-9EBC-45AF-BC90-96E707F48C05}" sibTransId="{BC56AF83-FC44-4376-9268-0B1C8520FB48}"/>
    <dgm:cxn modelId="{0130AAD7-F21F-458B-813A-A7E55AC124AE}" type="presParOf" srcId="{26B15059-095B-4281-9206-D3B531030D56}" destId="{6BDA11EB-4D66-4CD1-833E-0CDE07862CE1}" srcOrd="0" destOrd="0" presId="urn:microsoft.com/office/officeart/2005/8/layout/cycle4"/>
    <dgm:cxn modelId="{17196CB3-201B-47E8-B381-D9AE861874C0}" type="presParOf" srcId="{6BDA11EB-4D66-4CD1-833E-0CDE07862CE1}" destId="{6084DB8C-AE47-4EDB-913D-D75BEDBAF9E1}" srcOrd="0" destOrd="0" presId="urn:microsoft.com/office/officeart/2005/8/layout/cycle4"/>
    <dgm:cxn modelId="{07E49EAD-4370-476C-8911-DAE90E7009C6}" type="presParOf" srcId="{6084DB8C-AE47-4EDB-913D-D75BEDBAF9E1}" destId="{24FCC558-9143-4561-9E42-33AC0A59FD5E}" srcOrd="0" destOrd="0" presId="urn:microsoft.com/office/officeart/2005/8/layout/cycle4"/>
    <dgm:cxn modelId="{EB68BA2F-27C7-41DA-BC50-73D0BE87B105}" type="presParOf" srcId="{6084DB8C-AE47-4EDB-913D-D75BEDBAF9E1}" destId="{9C034F16-9CD1-4A97-915A-288ACDC68CF8}" srcOrd="1" destOrd="0" presId="urn:microsoft.com/office/officeart/2005/8/layout/cycle4"/>
    <dgm:cxn modelId="{5FB6B1EA-B30D-4D2F-B09E-CA5E13C79116}" type="presParOf" srcId="{6BDA11EB-4D66-4CD1-833E-0CDE07862CE1}" destId="{46618D22-1B69-43AD-9AF3-705F2B502203}" srcOrd="1" destOrd="0" presId="urn:microsoft.com/office/officeart/2005/8/layout/cycle4"/>
    <dgm:cxn modelId="{4D912A81-DE53-48F8-909F-AE5524EF4F77}" type="presParOf" srcId="{46618D22-1B69-43AD-9AF3-705F2B502203}" destId="{777334B5-9B58-4B43-9C22-DC8C4FBEF633}" srcOrd="0" destOrd="0" presId="urn:microsoft.com/office/officeart/2005/8/layout/cycle4"/>
    <dgm:cxn modelId="{087F70B4-2BE3-4D37-9927-E667DF1AF5D8}" type="presParOf" srcId="{46618D22-1B69-43AD-9AF3-705F2B502203}" destId="{2CDDE5E6-6D06-443F-84F8-14F2A1108121}" srcOrd="1" destOrd="0" presId="urn:microsoft.com/office/officeart/2005/8/layout/cycle4"/>
    <dgm:cxn modelId="{43ABE41A-6E1F-47F3-898E-05ACB9CA5656}" type="presParOf" srcId="{6BDA11EB-4D66-4CD1-833E-0CDE07862CE1}" destId="{CF46B338-7BBE-4061-9FE5-FA7E201E4683}" srcOrd="2" destOrd="0" presId="urn:microsoft.com/office/officeart/2005/8/layout/cycle4"/>
    <dgm:cxn modelId="{851E086C-7DFB-48DD-B1D3-AD495FEE9C70}" type="presParOf" srcId="{CF46B338-7BBE-4061-9FE5-FA7E201E4683}" destId="{56DDCF03-3B78-4221-BD8A-4E0FBE5F8C63}" srcOrd="0" destOrd="0" presId="urn:microsoft.com/office/officeart/2005/8/layout/cycle4"/>
    <dgm:cxn modelId="{FB67F881-1042-46A4-88FD-BA3439341027}" type="presParOf" srcId="{CF46B338-7BBE-4061-9FE5-FA7E201E4683}" destId="{9D18AA3B-31F3-4441-8CD0-78050A6AC5F9}" srcOrd="1" destOrd="0" presId="urn:microsoft.com/office/officeart/2005/8/layout/cycle4"/>
    <dgm:cxn modelId="{99D2D94D-7E74-4B42-B5CA-BDD798FAC400}" type="presParOf" srcId="{6BDA11EB-4D66-4CD1-833E-0CDE07862CE1}" destId="{31D88C0A-7B4F-453F-B641-28B6768C6762}" srcOrd="3" destOrd="0" presId="urn:microsoft.com/office/officeart/2005/8/layout/cycle4"/>
    <dgm:cxn modelId="{13E8C91A-D0E3-4B6A-A769-02A29594B971}" type="presParOf" srcId="{31D88C0A-7B4F-453F-B641-28B6768C6762}" destId="{A1F9E2A7-E20C-4C12-8676-4C88872808CF}" srcOrd="0" destOrd="0" presId="urn:microsoft.com/office/officeart/2005/8/layout/cycle4"/>
    <dgm:cxn modelId="{3E26A28A-0E74-49CF-86BD-90B50B4C2628}" type="presParOf" srcId="{31D88C0A-7B4F-453F-B641-28B6768C6762}" destId="{524169F9-EA2D-472B-892D-460573463735}" srcOrd="1" destOrd="0" presId="urn:microsoft.com/office/officeart/2005/8/layout/cycle4"/>
    <dgm:cxn modelId="{3374A5F9-4884-4722-9B53-31298EC1EC09}" type="presParOf" srcId="{6BDA11EB-4D66-4CD1-833E-0CDE07862CE1}" destId="{B47E43DB-BDD5-483A-9E67-B9C772399F22}" srcOrd="4" destOrd="0" presId="urn:microsoft.com/office/officeart/2005/8/layout/cycle4"/>
    <dgm:cxn modelId="{AD389FCB-BBF6-485B-B8CD-88F9A990C1AF}" type="presParOf" srcId="{26B15059-095B-4281-9206-D3B531030D56}" destId="{4B283437-264A-43C1-8974-76DDFBE60FFB}" srcOrd="1" destOrd="0" presId="urn:microsoft.com/office/officeart/2005/8/layout/cycle4"/>
    <dgm:cxn modelId="{174ACCAC-9308-4F48-8210-D594B3950176}" type="presParOf" srcId="{4B283437-264A-43C1-8974-76DDFBE60FFB}" destId="{51205516-4B5F-4AA9-8AD9-0D011657DA72}" srcOrd="0" destOrd="0" presId="urn:microsoft.com/office/officeart/2005/8/layout/cycle4"/>
    <dgm:cxn modelId="{88F3498C-1E1A-40A6-B7AC-F0ABB85DA5D9}" type="presParOf" srcId="{4B283437-264A-43C1-8974-76DDFBE60FFB}" destId="{FE356271-AD6C-4F0E-875B-B772DCEF88B7}" srcOrd="1" destOrd="0" presId="urn:microsoft.com/office/officeart/2005/8/layout/cycle4"/>
    <dgm:cxn modelId="{FA956B42-94BD-4BD6-AB3F-5873CEC2472D}" type="presParOf" srcId="{4B283437-264A-43C1-8974-76DDFBE60FFB}" destId="{1EDF1275-1468-4EA5-86DC-C40EEE02371F}" srcOrd="2" destOrd="0" presId="urn:microsoft.com/office/officeart/2005/8/layout/cycle4"/>
    <dgm:cxn modelId="{5E16D019-048A-45E3-BA0F-D9BD40F8CED8}" type="presParOf" srcId="{4B283437-264A-43C1-8974-76DDFBE60FFB}" destId="{02D50B64-DACD-4E1F-927C-62D92DD3F2DB}" srcOrd="3" destOrd="0" presId="urn:microsoft.com/office/officeart/2005/8/layout/cycle4"/>
    <dgm:cxn modelId="{1DA89E7D-446E-4810-836D-32685B4537AD}" type="presParOf" srcId="{4B283437-264A-43C1-8974-76DDFBE60FFB}" destId="{E7CE7591-D99F-4D5C-8528-C0AAE0E166D8}" srcOrd="4" destOrd="0" presId="urn:microsoft.com/office/officeart/2005/8/layout/cycle4"/>
    <dgm:cxn modelId="{3AB9EF03-67D9-42B4-84F1-E1F67063FFB2}" type="presParOf" srcId="{26B15059-095B-4281-9206-D3B531030D56}" destId="{C0893B3C-265B-4782-92F7-0B03CB40F7AC}" srcOrd="2" destOrd="0" presId="urn:microsoft.com/office/officeart/2005/8/layout/cycle4"/>
    <dgm:cxn modelId="{38B55959-6C2A-4B72-BF01-37A0936F2543}" type="presParOf" srcId="{26B15059-095B-4281-9206-D3B531030D56}" destId="{19459EC3-E42A-41E8-85F0-627FB4DE4F1F}"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35593C8-9032-483A-8EDA-F6F842C4AFD3}"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903610C5-C16F-44AD-B695-6E68771D0A90}">
      <dgm:prSet custT="1"/>
      <dgm:spPr/>
      <dgm:t>
        <a:bodyPr/>
        <a:lstStyle/>
        <a:p>
          <a:r>
            <a:rPr lang="en-US" sz="2400" baseline="0"/>
            <a:t>Task Scheduling Logic</a:t>
          </a:r>
        </a:p>
      </dgm:t>
    </dgm:pt>
    <dgm:pt modelId="{1C3CC66E-12F3-4744-9556-82F5F4AD3884}" type="parTrans" cxnId="{E5FAB61A-FB2E-4C69-B46D-9AF7C058F2B3}">
      <dgm:prSet/>
      <dgm:spPr/>
      <dgm:t>
        <a:bodyPr/>
        <a:lstStyle/>
        <a:p>
          <a:endParaRPr lang="en-US"/>
        </a:p>
      </dgm:t>
    </dgm:pt>
    <dgm:pt modelId="{DCB8FCBA-C4CB-4EEF-988A-991EB4D20549}" type="sibTrans" cxnId="{E5FAB61A-FB2E-4C69-B46D-9AF7C058F2B3}">
      <dgm:prSet/>
      <dgm:spPr/>
      <dgm:t>
        <a:bodyPr/>
        <a:lstStyle/>
        <a:p>
          <a:endParaRPr lang="en-US"/>
        </a:p>
      </dgm:t>
    </dgm:pt>
    <dgm:pt modelId="{4ACBBA0A-3DE6-43F6-855B-1D487D16F9B0}">
      <dgm:prSet custT="1"/>
      <dgm:spPr/>
      <dgm:t>
        <a:bodyPr/>
        <a:lstStyle/>
        <a:p>
          <a:r>
            <a:rPr lang="en-US" sz="1500" baseline="0"/>
            <a:t>Tasks were scheduled to run automatically when new changes were detected in the streams—ensuring that only new or changed records are processed.</a:t>
          </a:r>
        </a:p>
      </dgm:t>
    </dgm:pt>
    <dgm:pt modelId="{42E3AA73-169A-4337-B5A7-9511A894989A}" type="parTrans" cxnId="{E2AFD5D8-9FB3-4F07-8E50-8CFE15B89435}">
      <dgm:prSet/>
      <dgm:spPr/>
      <dgm:t>
        <a:bodyPr/>
        <a:lstStyle/>
        <a:p>
          <a:endParaRPr lang="en-US"/>
        </a:p>
      </dgm:t>
    </dgm:pt>
    <dgm:pt modelId="{2611BCAC-A7F3-4DE0-A683-52C66E3F0171}" type="sibTrans" cxnId="{E2AFD5D8-9FB3-4F07-8E50-8CFE15B89435}">
      <dgm:prSet/>
      <dgm:spPr/>
      <dgm:t>
        <a:bodyPr/>
        <a:lstStyle/>
        <a:p>
          <a:endParaRPr lang="en-US"/>
        </a:p>
      </dgm:t>
    </dgm:pt>
    <dgm:pt modelId="{87A8A766-A8AD-45EC-BFC7-08B50687BF30}">
      <dgm:prSet custT="1"/>
      <dgm:spPr/>
      <dgm:t>
        <a:bodyPr/>
        <a:lstStyle/>
        <a:p>
          <a:r>
            <a:rPr lang="en-US" sz="2400" baseline="0"/>
            <a:t>Chained Tasks Design</a:t>
          </a:r>
        </a:p>
      </dgm:t>
    </dgm:pt>
    <dgm:pt modelId="{1086BA90-08A5-4383-AD3F-2D668131BE09}" type="parTrans" cxnId="{910D101F-42BD-40D2-B766-5E48F5D75055}">
      <dgm:prSet/>
      <dgm:spPr/>
      <dgm:t>
        <a:bodyPr/>
        <a:lstStyle/>
        <a:p>
          <a:endParaRPr lang="en-US"/>
        </a:p>
      </dgm:t>
    </dgm:pt>
    <dgm:pt modelId="{1E847CC4-4837-4315-9DD2-AB6448A9030D}" type="sibTrans" cxnId="{910D101F-42BD-40D2-B766-5E48F5D75055}">
      <dgm:prSet/>
      <dgm:spPr/>
      <dgm:t>
        <a:bodyPr/>
        <a:lstStyle/>
        <a:p>
          <a:endParaRPr lang="en-US"/>
        </a:p>
      </dgm:t>
    </dgm:pt>
    <dgm:pt modelId="{67B63790-D2DB-4B50-947A-5F4BD2C4C3C9}">
      <dgm:prSet custT="1"/>
      <dgm:spPr/>
      <dgm:t>
        <a:bodyPr/>
        <a:lstStyle/>
        <a:p>
          <a:r>
            <a:rPr lang="en-US" sz="1500" baseline="0"/>
            <a:t>Tasks for dimension tables run first to ensure reference data (customer, product, region, etc.) is always up-to-date.</a:t>
          </a:r>
        </a:p>
      </dgm:t>
    </dgm:pt>
    <dgm:pt modelId="{C6E32C8A-AF4B-4167-BAA5-3F30A19D12EF}" type="parTrans" cxnId="{F2F2B36F-1DBD-4605-91AE-6DB5B4F58140}">
      <dgm:prSet/>
      <dgm:spPr/>
      <dgm:t>
        <a:bodyPr/>
        <a:lstStyle/>
        <a:p>
          <a:endParaRPr lang="en-US"/>
        </a:p>
      </dgm:t>
    </dgm:pt>
    <dgm:pt modelId="{7A8D6385-833E-41C7-908C-D08AC609C425}" type="sibTrans" cxnId="{F2F2B36F-1DBD-4605-91AE-6DB5B4F58140}">
      <dgm:prSet/>
      <dgm:spPr/>
      <dgm:t>
        <a:bodyPr/>
        <a:lstStyle/>
        <a:p>
          <a:endParaRPr lang="en-US"/>
        </a:p>
      </dgm:t>
    </dgm:pt>
    <dgm:pt modelId="{B0A70B79-E180-43E6-A2C2-3897B3586159}">
      <dgm:prSet custT="1"/>
      <dgm:spPr/>
      <dgm:t>
        <a:bodyPr/>
        <a:lstStyle/>
        <a:p>
          <a:r>
            <a:rPr lang="en-US" sz="1500" baseline="0"/>
            <a:t>Fact table tasks are then triggered to load transactional and event data, maintaining referential integrity and complete analytics coverage.</a:t>
          </a:r>
        </a:p>
      </dgm:t>
    </dgm:pt>
    <dgm:pt modelId="{4C2AFF17-DA03-4704-9F4E-4ABC244EAFED}" type="parTrans" cxnId="{9B599295-5340-4EEC-8C06-ABC26663E019}">
      <dgm:prSet/>
      <dgm:spPr/>
      <dgm:t>
        <a:bodyPr/>
        <a:lstStyle/>
        <a:p>
          <a:endParaRPr lang="en-US"/>
        </a:p>
      </dgm:t>
    </dgm:pt>
    <dgm:pt modelId="{31D69847-D35F-4398-9242-10AB1E94B12C}" type="sibTrans" cxnId="{9B599295-5340-4EEC-8C06-ABC26663E019}">
      <dgm:prSet/>
      <dgm:spPr/>
      <dgm:t>
        <a:bodyPr/>
        <a:lstStyle/>
        <a:p>
          <a:endParaRPr lang="en-US"/>
        </a:p>
      </dgm:t>
    </dgm:pt>
    <dgm:pt modelId="{A7D4409A-C305-4D88-820F-89AF2A0BD8DD}">
      <dgm:prSet custT="1"/>
      <dgm:spPr/>
      <dgm:t>
        <a:bodyPr/>
        <a:lstStyle/>
        <a:p>
          <a:r>
            <a:rPr lang="en-US" sz="2400" baseline="0"/>
            <a:t>Why This Approach?</a:t>
          </a:r>
        </a:p>
      </dgm:t>
    </dgm:pt>
    <dgm:pt modelId="{47944489-9E5E-4570-821D-DD3201709786}" type="parTrans" cxnId="{BD1CD9E8-1C8D-48DC-B773-2710A93A1089}">
      <dgm:prSet/>
      <dgm:spPr/>
      <dgm:t>
        <a:bodyPr/>
        <a:lstStyle/>
        <a:p>
          <a:endParaRPr lang="en-US"/>
        </a:p>
      </dgm:t>
    </dgm:pt>
    <dgm:pt modelId="{A72D6DFF-6220-4E67-B501-E00462ED2502}" type="sibTrans" cxnId="{BD1CD9E8-1C8D-48DC-B773-2710A93A1089}">
      <dgm:prSet/>
      <dgm:spPr/>
      <dgm:t>
        <a:bodyPr/>
        <a:lstStyle/>
        <a:p>
          <a:endParaRPr lang="en-US"/>
        </a:p>
      </dgm:t>
    </dgm:pt>
    <dgm:pt modelId="{7B8FD123-764C-4C7A-B467-84EE4887223B}">
      <dgm:prSet custT="1"/>
      <dgm:spPr/>
      <dgm:t>
        <a:bodyPr/>
        <a:lstStyle/>
        <a:p>
          <a:r>
            <a:rPr lang="en-US" sz="1500" baseline="0"/>
            <a:t>Ensures accurate and fresh data for analytics, with fast, automated updates.</a:t>
          </a:r>
        </a:p>
      </dgm:t>
    </dgm:pt>
    <dgm:pt modelId="{A1A5E305-DFF8-4E7C-83AD-24EB5D258E51}" type="parTrans" cxnId="{51A48A9D-A033-42D8-8243-00075A2622B4}">
      <dgm:prSet/>
      <dgm:spPr/>
      <dgm:t>
        <a:bodyPr/>
        <a:lstStyle/>
        <a:p>
          <a:endParaRPr lang="en-US"/>
        </a:p>
      </dgm:t>
    </dgm:pt>
    <dgm:pt modelId="{5941E0DA-A700-4307-A0A3-A1869EF7EF11}" type="sibTrans" cxnId="{51A48A9D-A033-42D8-8243-00075A2622B4}">
      <dgm:prSet/>
      <dgm:spPr/>
      <dgm:t>
        <a:bodyPr/>
        <a:lstStyle/>
        <a:p>
          <a:endParaRPr lang="en-US"/>
        </a:p>
      </dgm:t>
    </dgm:pt>
    <dgm:pt modelId="{FD0B2990-E2A7-4C73-9EB0-77CE36C68D88}">
      <dgm:prSet custT="1"/>
      <dgm:spPr/>
      <dgm:t>
        <a:bodyPr/>
        <a:lstStyle/>
        <a:p>
          <a:r>
            <a:rPr lang="en-US" sz="1500" baseline="0"/>
            <a:t>Minimizes resource usage by only processing changed data.</a:t>
          </a:r>
        </a:p>
      </dgm:t>
    </dgm:pt>
    <dgm:pt modelId="{3A1D7467-B913-416C-B312-F761E8B53730}" type="parTrans" cxnId="{578A2EA9-37FF-41D2-B4A9-8ED0C2961218}">
      <dgm:prSet/>
      <dgm:spPr/>
      <dgm:t>
        <a:bodyPr/>
        <a:lstStyle/>
        <a:p>
          <a:endParaRPr lang="en-US"/>
        </a:p>
      </dgm:t>
    </dgm:pt>
    <dgm:pt modelId="{27C1228F-5CA9-41E5-A4DC-C747457B454F}" type="sibTrans" cxnId="{578A2EA9-37FF-41D2-B4A9-8ED0C2961218}">
      <dgm:prSet/>
      <dgm:spPr/>
      <dgm:t>
        <a:bodyPr/>
        <a:lstStyle/>
        <a:p>
          <a:endParaRPr lang="en-US"/>
        </a:p>
      </dgm:t>
    </dgm:pt>
    <dgm:pt modelId="{3EF64744-1E9C-4A73-A5D9-D12997ECE7CF}">
      <dgm:prSet custT="1"/>
      <dgm:spPr/>
      <dgm:t>
        <a:bodyPr/>
        <a:lstStyle/>
        <a:p>
          <a:r>
            <a:rPr lang="en-US" sz="1500" baseline="0"/>
            <a:t>Supports real-time, robust credit risk and portfolio monitoring for your banking platform.</a:t>
          </a:r>
        </a:p>
      </dgm:t>
    </dgm:pt>
    <dgm:pt modelId="{69180392-3C52-4706-A128-FCA01F617DD8}" type="parTrans" cxnId="{0B96FADB-88D5-497D-AFAA-D07D1A5C9C9C}">
      <dgm:prSet/>
      <dgm:spPr/>
      <dgm:t>
        <a:bodyPr/>
        <a:lstStyle/>
        <a:p>
          <a:endParaRPr lang="en-US"/>
        </a:p>
      </dgm:t>
    </dgm:pt>
    <dgm:pt modelId="{5F24A44F-96F6-4266-9842-0F1BD13D446A}" type="sibTrans" cxnId="{0B96FADB-88D5-497D-AFAA-D07D1A5C9C9C}">
      <dgm:prSet/>
      <dgm:spPr/>
      <dgm:t>
        <a:bodyPr/>
        <a:lstStyle/>
        <a:p>
          <a:endParaRPr lang="en-US"/>
        </a:p>
      </dgm:t>
    </dgm:pt>
    <dgm:pt modelId="{B963E236-1483-4AB6-B647-92972929E8DD}" type="pres">
      <dgm:prSet presAssocID="{D35593C8-9032-483A-8EDA-F6F842C4AFD3}" presName="linear" presStyleCnt="0">
        <dgm:presLayoutVars>
          <dgm:animLvl val="lvl"/>
          <dgm:resizeHandles val="exact"/>
        </dgm:presLayoutVars>
      </dgm:prSet>
      <dgm:spPr/>
    </dgm:pt>
    <dgm:pt modelId="{33449A5F-EE46-4B5F-A520-CD738F8B1580}" type="pres">
      <dgm:prSet presAssocID="{903610C5-C16F-44AD-B695-6E68771D0A90}" presName="parentText" presStyleLbl="node1" presStyleIdx="0" presStyleCnt="3">
        <dgm:presLayoutVars>
          <dgm:chMax val="0"/>
          <dgm:bulletEnabled val="1"/>
        </dgm:presLayoutVars>
      </dgm:prSet>
      <dgm:spPr/>
    </dgm:pt>
    <dgm:pt modelId="{E1EAF336-71E9-420A-886E-9493FF74E759}" type="pres">
      <dgm:prSet presAssocID="{903610C5-C16F-44AD-B695-6E68771D0A90}" presName="childText" presStyleLbl="revTx" presStyleIdx="0" presStyleCnt="3">
        <dgm:presLayoutVars>
          <dgm:bulletEnabled val="1"/>
        </dgm:presLayoutVars>
      </dgm:prSet>
      <dgm:spPr/>
    </dgm:pt>
    <dgm:pt modelId="{CBFBC476-54EA-48E7-BBEC-2D75C110B5BA}" type="pres">
      <dgm:prSet presAssocID="{87A8A766-A8AD-45EC-BFC7-08B50687BF30}" presName="parentText" presStyleLbl="node1" presStyleIdx="1" presStyleCnt="3">
        <dgm:presLayoutVars>
          <dgm:chMax val="0"/>
          <dgm:bulletEnabled val="1"/>
        </dgm:presLayoutVars>
      </dgm:prSet>
      <dgm:spPr/>
    </dgm:pt>
    <dgm:pt modelId="{3A6D3C36-2940-4249-B746-0E4F8AE49AEC}" type="pres">
      <dgm:prSet presAssocID="{87A8A766-A8AD-45EC-BFC7-08B50687BF30}" presName="childText" presStyleLbl="revTx" presStyleIdx="1" presStyleCnt="3">
        <dgm:presLayoutVars>
          <dgm:bulletEnabled val="1"/>
        </dgm:presLayoutVars>
      </dgm:prSet>
      <dgm:spPr/>
    </dgm:pt>
    <dgm:pt modelId="{0164D634-7972-48A5-9290-01EEF2CBF4C4}" type="pres">
      <dgm:prSet presAssocID="{A7D4409A-C305-4D88-820F-89AF2A0BD8DD}" presName="parentText" presStyleLbl="node1" presStyleIdx="2" presStyleCnt="3">
        <dgm:presLayoutVars>
          <dgm:chMax val="0"/>
          <dgm:bulletEnabled val="1"/>
        </dgm:presLayoutVars>
      </dgm:prSet>
      <dgm:spPr/>
    </dgm:pt>
    <dgm:pt modelId="{3FE0E4A4-7B62-4807-ABC3-D04A0E8FEC75}" type="pres">
      <dgm:prSet presAssocID="{A7D4409A-C305-4D88-820F-89AF2A0BD8DD}" presName="childText" presStyleLbl="revTx" presStyleIdx="2" presStyleCnt="3">
        <dgm:presLayoutVars>
          <dgm:bulletEnabled val="1"/>
        </dgm:presLayoutVars>
      </dgm:prSet>
      <dgm:spPr/>
    </dgm:pt>
  </dgm:ptLst>
  <dgm:cxnLst>
    <dgm:cxn modelId="{7C794A08-97A6-4F1A-A721-21000B0447D9}" type="presOf" srcId="{903610C5-C16F-44AD-B695-6E68771D0A90}" destId="{33449A5F-EE46-4B5F-A520-CD738F8B1580}" srcOrd="0" destOrd="0" presId="urn:microsoft.com/office/officeart/2005/8/layout/vList2"/>
    <dgm:cxn modelId="{E5FAB61A-FB2E-4C69-B46D-9AF7C058F2B3}" srcId="{D35593C8-9032-483A-8EDA-F6F842C4AFD3}" destId="{903610C5-C16F-44AD-B695-6E68771D0A90}" srcOrd="0" destOrd="0" parTransId="{1C3CC66E-12F3-4744-9556-82F5F4AD3884}" sibTransId="{DCB8FCBA-C4CB-4EEF-988A-991EB4D20549}"/>
    <dgm:cxn modelId="{910D101F-42BD-40D2-B766-5E48F5D75055}" srcId="{D35593C8-9032-483A-8EDA-F6F842C4AFD3}" destId="{87A8A766-A8AD-45EC-BFC7-08B50687BF30}" srcOrd="1" destOrd="0" parTransId="{1086BA90-08A5-4383-AD3F-2D668131BE09}" sibTransId="{1E847CC4-4837-4315-9DD2-AB6448A9030D}"/>
    <dgm:cxn modelId="{63C50B26-14FB-42D6-B48F-6E8E5CD9FA71}" type="presOf" srcId="{D35593C8-9032-483A-8EDA-F6F842C4AFD3}" destId="{B963E236-1483-4AB6-B647-92972929E8DD}" srcOrd="0" destOrd="0" presId="urn:microsoft.com/office/officeart/2005/8/layout/vList2"/>
    <dgm:cxn modelId="{81429A49-0A1E-415C-BB75-223B84C05E3D}" type="presOf" srcId="{4ACBBA0A-3DE6-43F6-855B-1D487D16F9B0}" destId="{E1EAF336-71E9-420A-886E-9493FF74E759}" srcOrd="0" destOrd="0" presId="urn:microsoft.com/office/officeart/2005/8/layout/vList2"/>
    <dgm:cxn modelId="{F2F2B36F-1DBD-4605-91AE-6DB5B4F58140}" srcId="{87A8A766-A8AD-45EC-BFC7-08B50687BF30}" destId="{67B63790-D2DB-4B50-947A-5F4BD2C4C3C9}" srcOrd="0" destOrd="0" parTransId="{C6E32C8A-AF4B-4167-BAA5-3F30A19D12EF}" sibTransId="{7A8D6385-833E-41C7-908C-D08AC609C425}"/>
    <dgm:cxn modelId="{3198565A-DD12-4979-9214-D4AC1E88CFE0}" type="presOf" srcId="{3EF64744-1E9C-4A73-A5D9-D12997ECE7CF}" destId="{3FE0E4A4-7B62-4807-ABC3-D04A0E8FEC75}" srcOrd="0" destOrd="2" presId="urn:microsoft.com/office/officeart/2005/8/layout/vList2"/>
    <dgm:cxn modelId="{D1FA3C7B-D438-45B5-B28B-CC0BFF0E32EA}" type="presOf" srcId="{A7D4409A-C305-4D88-820F-89AF2A0BD8DD}" destId="{0164D634-7972-48A5-9290-01EEF2CBF4C4}" srcOrd="0" destOrd="0" presId="urn:microsoft.com/office/officeart/2005/8/layout/vList2"/>
    <dgm:cxn modelId="{9B599295-5340-4EEC-8C06-ABC26663E019}" srcId="{87A8A766-A8AD-45EC-BFC7-08B50687BF30}" destId="{B0A70B79-E180-43E6-A2C2-3897B3586159}" srcOrd="1" destOrd="0" parTransId="{4C2AFF17-DA03-4704-9F4E-4ABC244EAFED}" sibTransId="{31D69847-D35F-4398-9242-10AB1E94B12C}"/>
    <dgm:cxn modelId="{51A48A9D-A033-42D8-8243-00075A2622B4}" srcId="{A7D4409A-C305-4D88-820F-89AF2A0BD8DD}" destId="{7B8FD123-764C-4C7A-B467-84EE4887223B}" srcOrd="0" destOrd="0" parTransId="{A1A5E305-DFF8-4E7C-83AD-24EB5D258E51}" sibTransId="{5941E0DA-A700-4307-A0A3-A1869EF7EF11}"/>
    <dgm:cxn modelId="{E8FF45A6-5107-40D7-87EC-C31CE206235F}" type="presOf" srcId="{FD0B2990-E2A7-4C73-9EB0-77CE36C68D88}" destId="{3FE0E4A4-7B62-4807-ABC3-D04A0E8FEC75}" srcOrd="0" destOrd="1" presId="urn:microsoft.com/office/officeart/2005/8/layout/vList2"/>
    <dgm:cxn modelId="{578A2EA9-37FF-41D2-B4A9-8ED0C2961218}" srcId="{A7D4409A-C305-4D88-820F-89AF2A0BD8DD}" destId="{FD0B2990-E2A7-4C73-9EB0-77CE36C68D88}" srcOrd="1" destOrd="0" parTransId="{3A1D7467-B913-416C-B312-F761E8B53730}" sibTransId="{27C1228F-5CA9-41E5-A4DC-C747457B454F}"/>
    <dgm:cxn modelId="{E2AFD5D8-9FB3-4F07-8E50-8CFE15B89435}" srcId="{903610C5-C16F-44AD-B695-6E68771D0A90}" destId="{4ACBBA0A-3DE6-43F6-855B-1D487D16F9B0}" srcOrd="0" destOrd="0" parTransId="{42E3AA73-169A-4337-B5A7-9511A894989A}" sibTransId="{2611BCAC-A7F3-4DE0-A683-52C66E3F0171}"/>
    <dgm:cxn modelId="{AA2967D9-42A7-4754-BD65-A763797EBE39}" type="presOf" srcId="{7B8FD123-764C-4C7A-B467-84EE4887223B}" destId="{3FE0E4A4-7B62-4807-ABC3-D04A0E8FEC75}" srcOrd="0" destOrd="0" presId="urn:microsoft.com/office/officeart/2005/8/layout/vList2"/>
    <dgm:cxn modelId="{0B96FADB-88D5-497D-AFAA-D07D1A5C9C9C}" srcId="{A7D4409A-C305-4D88-820F-89AF2A0BD8DD}" destId="{3EF64744-1E9C-4A73-A5D9-D12997ECE7CF}" srcOrd="2" destOrd="0" parTransId="{69180392-3C52-4706-A128-FCA01F617DD8}" sibTransId="{5F24A44F-96F6-4266-9842-0F1BD13D446A}"/>
    <dgm:cxn modelId="{BD1CD9E8-1C8D-48DC-B773-2710A93A1089}" srcId="{D35593C8-9032-483A-8EDA-F6F842C4AFD3}" destId="{A7D4409A-C305-4D88-820F-89AF2A0BD8DD}" srcOrd="2" destOrd="0" parTransId="{47944489-9E5E-4570-821D-DD3201709786}" sibTransId="{A72D6DFF-6220-4E67-B501-E00462ED2502}"/>
    <dgm:cxn modelId="{877050E9-5806-4B29-AB3D-4F20F5FC9062}" type="presOf" srcId="{87A8A766-A8AD-45EC-BFC7-08B50687BF30}" destId="{CBFBC476-54EA-48E7-BBEC-2D75C110B5BA}" srcOrd="0" destOrd="0" presId="urn:microsoft.com/office/officeart/2005/8/layout/vList2"/>
    <dgm:cxn modelId="{B6C785F2-4F8B-41F8-B309-A70173F34AB6}" type="presOf" srcId="{67B63790-D2DB-4B50-947A-5F4BD2C4C3C9}" destId="{3A6D3C36-2940-4249-B746-0E4F8AE49AEC}" srcOrd="0" destOrd="0" presId="urn:microsoft.com/office/officeart/2005/8/layout/vList2"/>
    <dgm:cxn modelId="{66002EF5-5BCB-49EB-A2AC-B4381407B8D6}" type="presOf" srcId="{B0A70B79-E180-43E6-A2C2-3897B3586159}" destId="{3A6D3C36-2940-4249-B746-0E4F8AE49AEC}" srcOrd="0" destOrd="1" presId="urn:microsoft.com/office/officeart/2005/8/layout/vList2"/>
    <dgm:cxn modelId="{B15813ED-DDB5-4765-BD52-4C9EBC2E9EEA}" type="presParOf" srcId="{B963E236-1483-4AB6-B647-92972929E8DD}" destId="{33449A5F-EE46-4B5F-A520-CD738F8B1580}" srcOrd="0" destOrd="0" presId="urn:microsoft.com/office/officeart/2005/8/layout/vList2"/>
    <dgm:cxn modelId="{CE68CA3C-2E0D-4B07-9E84-8D0340CACBF0}" type="presParOf" srcId="{B963E236-1483-4AB6-B647-92972929E8DD}" destId="{E1EAF336-71E9-420A-886E-9493FF74E759}" srcOrd="1" destOrd="0" presId="urn:microsoft.com/office/officeart/2005/8/layout/vList2"/>
    <dgm:cxn modelId="{E5A7F7C7-202C-4A8A-9917-505994153BE7}" type="presParOf" srcId="{B963E236-1483-4AB6-B647-92972929E8DD}" destId="{CBFBC476-54EA-48E7-BBEC-2D75C110B5BA}" srcOrd="2" destOrd="0" presId="urn:microsoft.com/office/officeart/2005/8/layout/vList2"/>
    <dgm:cxn modelId="{538DAA74-590E-474E-B445-A5B08C12C684}" type="presParOf" srcId="{B963E236-1483-4AB6-B647-92972929E8DD}" destId="{3A6D3C36-2940-4249-B746-0E4F8AE49AEC}" srcOrd="3" destOrd="0" presId="urn:microsoft.com/office/officeart/2005/8/layout/vList2"/>
    <dgm:cxn modelId="{D8EA30CC-D879-4937-ACA0-491808FA6472}" type="presParOf" srcId="{B963E236-1483-4AB6-B647-92972929E8DD}" destId="{0164D634-7972-48A5-9290-01EEF2CBF4C4}" srcOrd="4" destOrd="0" presId="urn:microsoft.com/office/officeart/2005/8/layout/vList2"/>
    <dgm:cxn modelId="{CC037BBE-CCBA-4DA9-8875-D7157EBB7BDE}" type="presParOf" srcId="{B963E236-1483-4AB6-B647-92972929E8DD}" destId="{3FE0E4A4-7B62-4807-ABC3-D04A0E8FEC75}" srcOrd="5"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0711ECA-AAF8-4E9A-8C08-71B05BF77BA8}"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1AC788C9-42D5-4ACB-9BE3-3FD2C5C0FCCC}">
      <dgm:prSet/>
      <dgm:spPr/>
      <dgm:t>
        <a:bodyPr/>
        <a:lstStyle/>
        <a:p>
          <a:pPr>
            <a:lnSpc>
              <a:spcPct val="100000"/>
            </a:lnSpc>
          </a:pPr>
          <a:r>
            <a:rPr lang="en-US"/>
            <a:t>Each view stores precomputed, resource-intensive aggregations—making dashboard queries ultra-fast and always up-to-date.</a:t>
          </a:r>
        </a:p>
      </dgm:t>
    </dgm:pt>
    <dgm:pt modelId="{2F976187-A253-4321-B19E-EEFA9C23FF16}" type="parTrans" cxnId="{E7EC55A9-964F-47E0-8A09-408017E0F477}">
      <dgm:prSet/>
      <dgm:spPr/>
      <dgm:t>
        <a:bodyPr/>
        <a:lstStyle/>
        <a:p>
          <a:endParaRPr lang="en-US"/>
        </a:p>
      </dgm:t>
    </dgm:pt>
    <dgm:pt modelId="{75CA1F40-58FD-4BC2-B7DE-6CD29DFAE3F5}" type="sibTrans" cxnId="{E7EC55A9-964F-47E0-8A09-408017E0F477}">
      <dgm:prSet/>
      <dgm:spPr/>
      <dgm:t>
        <a:bodyPr/>
        <a:lstStyle/>
        <a:p>
          <a:endParaRPr lang="en-US"/>
        </a:p>
      </dgm:t>
    </dgm:pt>
    <dgm:pt modelId="{30DDDBF6-A1BB-42CC-938C-65959A59962A}">
      <dgm:prSet/>
      <dgm:spPr/>
      <dgm:t>
        <a:bodyPr/>
        <a:lstStyle/>
        <a:p>
          <a:pPr>
            <a:lnSpc>
              <a:spcPct val="100000"/>
            </a:lnSpc>
          </a:pPr>
          <a:r>
            <a:rPr lang="en-US"/>
            <a:t>Reduces compute cost and query time compared to running raw tables for analytics.</a:t>
          </a:r>
        </a:p>
      </dgm:t>
    </dgm:pt>
    <dgm:pt modelId="{F32C1B47-F465-429E-BE91-ED3D75523527}" type="parTrans" cxnId="{BFC1B48F-F7B8-4B53-9C91-29A6AADE30F6}">
      <dgm:prSet/>
      <dgm:spPr/>
      <dgm:t>
        <a:bodyPr/>
        <a:lstStyle/>
        <a:p>
          <a:endParaRPr lang="en-US"/>
        </a:p>
      </dgm:t>
    </dgm:pt>
    <dgm:pt modelId="{31736715-4F44-40F9-8424-A3ECE48AB019}" type="sibTrans" cxnId="{BFC1B48F-F7B8-4B53-9C91-29A6AADE30F6}">
      <dgm:prSet/>
      <dgm:spPr/>
      <dgm:t>
        <a:bodyPr/>
        <a:lstStyle/>
        <a:p>
          <a:endParaRPr lang="en-US"/>
        </a:p>
      </dgm:t>
    </dgm:pt>
    <dgm:pt modelId="{0C8F886E-5C36-4589-920C-CF01884F92A9}">
      <dgm:prSet/>
      <dgm:spPr/>
      <dgm:t>
        <a:bodyPr/>
        <a:lstStyle/>
        <a:p>
          <a:pPr>
            <a:lnSpc>
              <a:spcPct val="100000"/>
            </a:lnSpc>
          </a:pPr>
          <a:r>
            <a:rPr lang="en-US" err="1"/>
            <a:t>mv_vintage_performance</a:t>
          </a:r>
          <a:r>
            <a:rPr lang="en-US"/>
            <a:t>:</a:t>
          </a:r>
        </a:p>
      </dgm:t>
    </dgm:pt>
    <dgm:pt modelId="{A5F39075-2650-491E-94CE-4A5816896CF1}" type="parTrans" cxnId="{6FFD52F8-FAA3-4C37-A6B7-74D8CA214CEE}">
      <dgm:prSet/>
      <dgm:spPr/>
      <dgm:t>
        <a:bodyPr/>
        <a:lstStyle/>
        <a:p>
          <a:endParaRPr lang="en-US"/>
        </a:p>
      </dgm:t>
    </dgm:pt>
    <dgm:pt modelId="{4A180F58-1247-4780-8FCA-0C7198AE2984}" type="sibTrans" cxnId="{6FFD52F8-FAA3-4C37-A6B7-74D8CA214CEE}">
      <dgm:prSet/>
      <dgm:spPr/>
      <dgm:t>
        <a:bodyPr/>
        <a:lstStyle/>
        <a:p>
          <a:endParaRPr lang="en-US"/>
        </a:p>
      </dgm:t>
    </dgm:pt>
    <dgm:pt modelId="{4D981BF8-0A38-425A-AFB0-A0A68EDC5325}">
      <dgm:prSet/>
      <dgm:spPr/>
      <dgm:t>
        <a:bodyPr/>
        <a:lstStyle/>
        <a:p>
          <a:pPr>
            <a:lnSpc>
              <a:spcPct val="100000"/>
            </a:lnSpc>
          </a:pPr>
          <a:r>
            <a:rPr lang="en-US"/>
            <a:t>Aggregates loss ratio by origination month across loan portfolios.</a:t>
          </a:r>
        </a:p>
      </dgm:t>
    </dgm:pt>
    <dgm:pt modelId="{36D805A5-4E4E-4C94-8071-96999843639F}" type="parTrans" cxnId="{24F19CB6-5F03-4E0F-8F5F-0D77D4554C4B}">
      <dgm:prSet/>
      <dgm:spPr/>
      <dgm:t>
        <a:bodyPr/>
        <a:lstStyle/>
        <a:p>
          <a:endParaRPr lang="en-US"/>
        </a:p>
      </dgm:t>
    </dgm:pt>
    <dgm:pt modelId="{746D68C2-51B3-430A-BDBC-447E0D2B4FF9}" type="sibTrans" cxnId="{24F19CB6-5F03-4E0F-8F5F-0D77D4554C4B}">
      <dgm:prSet/>
      <dgm:spPr/>
      <dgm:t>
        <a:bodyPr/>
        <a:lstStyle/>
        <a:p>
          <a:endParaRPr lang="en-US"/>
        </a:p>
      </dgm:t>
    </dgm:pt>
    <dgm:pt modelId="{0D988ABA-3721-422A-A6F3-06F703AF35C3}">
      <dgm:prSet/>
      <dgm:spPr/>
      <dgm:t>
        <a:bodyPr/>
        <a:lstStyle/>
        <a:p>
          <a:pPr>
            <a:lnSpc>
              <a:spcPct val="100000"/>
            </a:lnSpc>
          </a:pPr>
          <a:r>
            <a:rPr lang="en-US" err="1"/>
            <a:t>mv_roll_rate</a:t>
          </a:r>
          <a:r>
            <a:rPr lang="en-US"/>
            <a:t>:</a:t>
          </a:r>
        </a:p>
      </dgm:t>
    </dgm:pt>
    <dgm:pt modelId="{47A35FF9-18F6-4050-9B38-1C23DB1687B9}" type="parTrans" cxnId="{165CE5B4-E563-49A1-8FC4-22A71E4DAB34}">
      <dgm:prSet/>
      <dgm:spPr/>
      <dgm:t>
        <a:bodyPr/>
        <a:lstStyle/>
        <a:p>
          <a:endParaRPr lang="en-US"/>
        </a:p>
      </dgm:t>
    </dgm:pt>
    <dgm:pt modelId="{CCEF2D8E-0E11-49B9-B5A0-EF8A283D7925}" type="sibTrans" cxnId="{165CE5B4-E563-49A1-8FC4-22A71E4DAB34}">
      <dgm:prSet/>
      <dgm:spPr/>
      <dgm:t>
        <a:bodyPr/>
        <a:lstStyle/>
        <a:p>
          <a:endParaRPr lang="en-US"/>
        </a:p>
      </dgm:t>
    </dgm:pt>
    <dgm:pt modelId="{25EE8073-11FE-4938-9413-A676B4774632}">
      <dgm:prSet/>
      <dgm:spPr/>
      <dgm:t>
        <a:bodyPr/>
        <a:lstStyle/>
        <a:p>
          <a:pPr>
            <a:lnSpc>
              <a:spcPct val="100000"/>
            </a:lnSpc>
          </a:pPr>
          <a:r>
            <a:rPr lang="en-US"/>
            <a:t>Tracks transitions between delinquency buckets </a:t>
          </a:r>
          <a:r>
            <a:rPr lang="en-US">
              <a:latin typeface="Frutiger 45 bold"/>
            </a:rPr>
            <a:t>i.e.</a:t>
          </a:r>
          <a:endParaRPr lang="en-US"/>
        </a:p>
      </dgm:t>
    </dgm:pt>
    <dgm:pt modelId="{924271E4-CDFD-4C8A-97DA-637DD01EFCAE}" type="parTrans" cxnId="{0FACD89F-7923-4284-B585-617AB14C3F11}">
      <dgm:prSet/>
      <dgm:spPr/>
      <dgm:t>
        <a:bodyPr/>
        <a:lstStyle/>
        <a:p>
          <a:endParaRPr lang="en-US"/>
        </a:p>
      </dgm:t>
    </dgm:pt>
    <dgm:pt modelId="{2F155B07-D7AC-46EA-BC10-59F1EEF7A1BC}" type="sibTrans" cxnId="{0FACD89F-7923-4284-B585-617AB14C3F11}">
      <dgm:prSet/>
      <dgm:spPr/>
      <dgm:t>
        <a:bodyPr/>
        <a:lstStyle/>
        <a:p>
          <a:endParaRPr lang="en-US"/>
        </a:p>
      </dgm:t>
    </dgm:pt>
    <dgm:pt modelId="{52403F0F-3C2B-4635-BF00-AC222458F1E4}">
      <dgm:prSet/>
      <dgm:spPr/>
      <dgm:t>
        <a:bodyPr/>
        <a:lstStyle/>
        <a:p>
          <a:pPr>
            <a:lnSpc>
              <a:spcPct val="100000"/>
            </a:lnSpc>
          </a:pPr>
          <a:r>
            <a:rPr lang="en-US" err="1"/>
            <a:t>mv_collections_effectiveness</a:t>
          </a:r>
          <a:r>
            <a:rPr lang="en-US"/>
            <a:t>:</a:t>
          </a:r>
        </a:p>
      </dgm:t>
    </dgm:pt>
    <dgm:pt modelId="{7BED49A7-E59E-4D90-AEDF-D59D817F9E37}" type="parTrans" cxnId="{EDB23E5F-C0A2-4D5F-A763-B1C559E67852}">
      <dgm:prSet/>
      <dgm:spPr/>
      <dgm:t>
        <a:bodyPr/>
        <a:lstStyle/>
        <a:p>
          <a:endParaRPr lang="en-US"/>
        </a:p>
      </dgm:t>
    </dgm:pt>
    <dgm:pt modelId="{43CBB500-3037-4AF3-8545-50C1AF327FC3}" type="sibTrans" cxnId="{EDB23E5F-C0A2-4D5F-A763-B1C559E67852}">
      <dgm:prSet/>
      <dgm:spPr/>
      <dgm:t>
        <a:bodyPr/>
        <a:lstStyle/>
        <a:p>
          <a:endParaRPr lang="en-US"/>
        </a:p>
      </dgm:t>
    </dgm:pt>
    <dgm:pt modelId="{E246A0E3-E5E9-4D4E-998B-C3E0A2B189F6}">
      <dgm:prSet/>
      <dgm:spPr/>
      <dgm:t>
        <a:bodyPr/>
        <a:lstStyle/>
        <a:p>
          <a:pPr>
            <a:lnSpc>
              <a:spcPct val="100000"/>
            </a:lnSpc>
          </a:pPr>
          <a:r>
            <a:rPr lang="en-US"/>
            <a:t>Summarizes Promise-To-Pay (PTP) kept percentage and cure rates for each </a:t>
          </a:r>
          <a:r>
            <a:rPr lang="en-US" err="1"/>
            <a:t>loan_id</a:t>
          </a:r>
          <a:r>
            <a:rPr lang="en-US"/>
            <a:t>.</a:t>
          </a:r>
        </a:p>
      </dgm:t>
    </dgm:pt>
    <dgm:pt modelId="{DFD90502-BB0B-45E8-BA27-2C1FE35E4224}" type="parTrans" cxnId="{070C78BC-BE0F-4BF4-B739-53F9A05754D3}">
      <dgm:prSet/>
      <dgm:spPr/>
      <dgm:t>
        <a:bodyPr/>
        <a:lstStyle/>
        <a:p>
          <a:endParaRPr lang="en-US"/>
        </a:p>
      </dgm:t>
    </dgm:pt>
    <dgm:pt modelId="{7CC3B998-F4A3-47E1-9925-C9F55B7980DD}" type="sibTrans" cxnId="{070C78BC-BE0F-4BF4-B739-53F9A05754D3}">
      <dgm:prSet/>
      <dgm:spPr/>
      <dgm:t>
        <a:bodyPr/>
        <a:lstStyle/>
        <a:p>
          <a:endParaRPr lang="en-US"/>
        </a:p>
      </dgm:t>
    </dgm:pt>
    <dgm:pt modelId="{9EEF37AF-50B0-4DFD-9E3B-7BBBB299EF5F}" type="pres">
      <dgm:prSet presAssocID="{60711ECA-AAF8-4E9A-8C08-71B05BF77BA8}" presName="root" presStyleCnt="0">
        <dgm:presLayoutVars>
          <dgm:dir/>
          <dgm:resizeHandles val="exact"/>
        </dgm:presLayoutVars>
      </dgm:prSet>
      <dgm:spPr/>
    </dgm:pt>
    <dgm:pt modelId="{37EB5C2A-DC53-41C7-9382-7C506F96C301}" type="pres">
      <dgm:prSet presAssocID="{1AC788C9-42D5-4ACB-9BE3-3FD2C5C0FCCC}" presName="compNode" presStyleCnt="0"/>
      <dgm:spPr/>
    </dgm:pt>
    <dgm:pt modelId="{FE877AB3-E69A-4F42-B026-4EA4CD387771}" type="pres">
      <dgm:prSet presAssocID="{1AC788C9-42D5-4ACB-9BE3-3FD2C5C0FCCC}" presName="bgRect" presStyleLbl="bgShp" presStyleIdx="0" presStyleCnt="5"/>
      <dgm:spPr/>
    </dgm:pt>
    <dgm:pt modelId="{0591B5C1-485F-479B-8445-EB6A5CB694D9}" type="pres">
      <dgm:prSet presAssocID="{1AC788C9-42D5-4ACB-9BE3-3FD2C5C0FCC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ie chart"/>
        </a:ext>
      </dgm:extLst>
    </dgm:pt>
    <dgm:pt modelId="{4657AD17-7A85-4C51-9342-6F9A9E0DBEC2}" type="pres">
      <dgm:prSet presAssocID="{1AC788C9-42D5-4ACB-9BE3-3FD2C5C0FCCC}" presName="spaceRect" presStyleCnt="0"/>
      <dgm:spPr/>
    </dgm:pt>
    <dgm:pt modelId="{23EB46AF-D56B-4556-BF51-3167521AA32F}" type="pres">
      <dgm:prSet presAssocID="{1AC788C9-42D5-4ACB-9BE3-3FD2C5C0FCCC}" presName="parTx" presStyleLbl="revTx" presStyleIdx="0" presStyleCnt="8">
        <dgm:presLayoutVars>
          <dgm:chMax val="0"/>
          <dgm:chPref val="0"/>
        </dgm:presLayoutVars>
      </dgm:prSet>
      <dgm:spPr/>
    </dgm:pt>
    <dgm:pt modelId="{90600BAC-C092-400B-BDD8-25D6420810F4}" type="pres">
      <dgm:prSet presAssocID="{75CA1F40-58FD-4BC2-B7DE-6CD29DFAE3F5}" presName="sibTrans" presStyleCnt="0"/>
      <dgm:spPr/>
    </dgm:pt>
    <dgm:pt modelId="{1C098E1D-BE0B-4B09-8894-294EB950EFB3}" type="pres">
      <dgm:prSet presAssocID="{30DDDBF6-A1BB-42CC-938C-65959A59962A}" presName="compNode" presStyleCnt="0"/>
      <dgm:spPr/>
    </dgm:pt>
    <dgm:pt modelId="{FC05BCF0-7F21-43C3-B039-E3B46978B13C}" type="pres">
      <dgm:prSet presAssocID="{30DDDBF6-A1BB-42CC-938C-65959A59962A}" presName="bgRect" presStyleLbl="bgShp" presStyleIdx="1" presStyleCnt="5"/>
      <dgm:spPr/>
    </dgm:pt>
    <dgm:pt modelId="{4EA0A310-9580-4689-B355-2B529CBF8CB9}" type="pres">
      <dgm:prSet presAssocID="{30DDDBF6-A1BB-42CC-938C-65959A59962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49FA913D-D826-478E-97BB-72F03D58BA92}" type="pres">
      <dgm:prSet presAssocID="{30DDDBF6-A1BB-42CC-938C-65959A59962A}" presName="spaceRect" presStyleCnt="0"/>
      <dgm:spPr/>
    </dgm:pt>
    <dgm:pt modelId="{717B17B0-9D1A-4230-896F-C09FECA18E31}" type="pres">
      <dgm:prSet presAssocID="{30DDDBF6-A1BB-42CC-938C-65959A59962A}" presName="parTx" presStyleLbl="revTx" presStyleIdx="1" presStyleCnt="8">
        <dgm:presLayoutVars>
          <dgm:chMax val="0"/>
          <dgm:chPref val="0"/>
        </dgm:presLayoutVars>
      </dgm:prSet>
      <dgm:spPr/>
    </dgm:pt>
    <dgm:pt modelId="{C1F1776C-1AD2-4E0B-A521-F3EE9921C87D}" type="pres">
      <dgm:prSet presAssocID="{31736715-4F44-40F9-8424-A3ECE48AB019}" presName="sibTrans" presStyleCnt="0"/>
      <dgm:spPr/>
    </dgm:pt>
    <dgm:pt modelId="{968DBD8B-A2ED-44D0-91B3-C8864DE629B9}" type="pres">
      <dgm:prSet presAssocID="{0C8F886E-5C36-4589-920C-CF01884F92A9}" presName="compNode" presStyleCnt="0"/>
      <dgm:spPr/>
    </dgm:pt>
    <dgm:pt modelId="{03B32107-01BB-4B46-981B-326029396452}" type="pres">
      <dgm:prSet presAssocID="{0C8F886E-5C36-4589-920C-CF01884F92A9}" presName="bgRect" presStyleLbl="bgShp" presStyleIdx="2" presStyleCnt="5"/>
      <dgm:spPr/>
    </dgm:pt>
    <dgm:pt modelId="{7318E998-3835-4BC3-8F52-4227A2CBBA90}" type="pres">
      <dgm:prSet presAssocID="{0C8F886E-5C36-4589-920C-CF01884F92A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eer"/>
        </a:ext>
      </dgm:extLst>
    </dgm:pt>
    <dgm:pt modelId="{33FA63F2-D6DB-4EA0-9831-0631B173DD7F}" type="pres">
      <dgm:prSet presAssocID="{0C8F886E-5C36-4589-920C-CF01884F92A9}" presName="spaceRect" presStyleCnt="0"/>
      <dgm:spPr/>
    </dgm:pt>
    <dgm:pt modelId="{DFAEE27B-D33B-42DB-A0E9-CEAFAAB94526}" type="pres">
      <dgm:prSet presAssocID="{0C8F886E-5C36-4589-920C-CF01884F92A9}" presName="parTx" presStyleLbl="revTx" presStyleIdx="2" presStyleCnt="8">
        <dgm:presLayoutVars>
          <dgm:chMax val="0"/>
          <dgm:chPref val="0"/>
        </dgm:presLayoutVars>
      </dgm:prSet>
      <dgm:spPr/>
    </dgm:pt>
    <dgm:pt modelId="{8CA9AB11-FBC2-44D0-9BF9-8F6975EAA2A9}" type="pres">
      <dgm:prSet presAssocID="{0C8F886E-5C36-4589-920C-CF01884F92A9}" presName="desTx" presStyleLbl="revTx" presStyleIdx="3" presStyleCnt="8" custScaleX="131742" custLinFactNeighborX="-17182">
        <dgm:presLayoutVars/>
      </dgm:prSet>
      <dgm:spPr/>
    </dgm:pt>
    <dgm:pt modelId="{07501D8D-C58B-4FE4-A340-F98C5F60FE37}" type="pres">
      <dgm:prSet presAssocID="{4A180F58-1247-4780-8FCA-0C7198AE2984}" presName="sibTrans" presStyleCnt="0"/>
      <dgm:spPr/>
    </dgm:pt>
    <dgm:pt modelId="{CC12AF69-06CB-4C49-98AA-0108BCA24D67}" type="pres">
      <dgm:prSet presAssocID="{0D988ABA-3721-422A-A6F3-06F703AF35C3}" presName="compNode" presStyleCnt="0"/>
      <dgm:spPr/>
    </dgm:pt>
    <dgm:pt modelId="{FBCEB308-63F4-4A94-8ECC-C639E5DCD024}" type="pres">
      <dgm:prSet presAssocID="{0D988ABA-3721-422A-A6F3-06F703AF35C3}" presName="bgRect" presStyleLbl="bgShp" presStyleIdx="3" presStyleCnt="5" custLinFactNeighborX="314" custLinFactNeighborY="-3963"/>
      <dgm:spPr/>
    </dgm:pt>
    <dgm:pt modelId="{D71A295D-7CC9-4F7D-9FAB-EBE34261A42C}" type="pres">
      <dgm:prSet presAssocID="{0D988ABA-3721-422A-A6F3-06F703AF35C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ye dropper"/>
        </a:ext>
      </dgm:extLst>
    </dgm:pt>
    <dgm:pt modelId="{89992530-1C61-4558-9012-761415CBEC5E}" type="pres">
      <dgm:prSet presAssocID="{0D988ABA-3721-422A-A6F3-06F703AF35C3}" presName="spaceRect" presStyleCnt="0"/>
      <dgm:spPr/>
    </dgm:pt>
    <dgm:pt modelId="{174D6D9F-4C3D-45EA-A748-B070CCD35FA5}" type="pres">
      <dgm:prSet presAssocID="{0D988ABA-3721-422A-A6F3-06F703AF35C3}" presName="parTx" presStyleLbl="revTx" presStyleIdx="4" presStyleCnt="8">
        <dgm:presLayoutVars>
          <dgm:chMax val="0"/>
          <dgm:chPref val="0"/>
        </dgm:presLayoutVars>
      </dgm:prSet>
      <dgm:spPr/>
    </dgm:pt>
    <dgm:pt modelId="{20E67951-8EF8-443A-A4F3-FC7275AC51CA}" type="pres">
      <dgm:prSet presAssocID="{0D988ABA-3721-422A-A6F3-06F703AF35C3}" presName="desTx" presStyleLbl="revTx" presStyleIdx="5" presStyleCnt="8" custScaleX="144084" custLinFactNeighborX="-17889" custLinFactNeighborY="-2059">
        <dgm:presLayoutVars/>
      </dgm:prSet>
      <dgm:spPr/>
    </dgm:pt>
    <dgm:pt modelId="{895BFE2E-C715-4B3D-B12A-F1E6F53E9492}" type="pres">
      <dgm:prSet presAssocID="{CCEF2D8E-0E11-49B9-B5A0-EF8A283D7925}" presName="sibTrans" presStyleCnt="0"/>
      <dgm:spPr/>
    </dgm:pt>
    <dgm:pt modelId="{4F0076FF-1C31-4050-BF21-4FE72317C70E}" type="pres">
      <dgm:prSet presAssocID="{52403F0F-3C2B-4635-BF00-AC222458F1E4}" presName="compNode" presStyleCnt="0"/>
      <dgm:spPr/>
    </dgm:pt>
    <dgm:pt modelId="{7097B7D7-3C4A-464E-9F0A-988826EEF342}" type="pres">
      <dgm:prSet presAssocID="{52403F0F-3C2B-4635-BF00-AC222458F1E4}" presName="bgRect" presStyleLbl="bgShp" presStyleIdx="4" presStyleCnt="5" custLinFactNeighborX="-1998" custLinFactNeighborY="-1831"/>
      <dgm:spPr/>
    </dgm:pt>
    <dgm:pt modelId="{FF79D77F-59A2-4AEB-A738-66FBC7824E5F}" type="pres">
      <dgm:prSet presAssocID="{52403F0F-3C2B-4635-BF00-AC222458F1E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ospital"/>
        </a:ext>
      </dgm:extLst>
    </dgm:pt>
    <dgm:pt modelId="{16CF05F0-ECDC-4D0F-96C2-7CED5F78A7CE}" type="pres">
      <dgm:prSet presAssocID="{52403F0F-3C2B-4635-BF00-AC222458F1E4}" presName="spaceRect" presStyleCnt="0"/>
      <dgm:spPr/>
    </dgm:pt>
    <dgm:pt modelId="{31C36CC5-1598-4FBB-A91D-0B34E168494B}" type="pres">
      <dgm:prSet presAssocID="{52403F0F-3C2B-4635-BF00-AC222458F1E4}" presName="parTx" presStyleLbl="revTx" presStyleIdx="6" presStyleCnt="8" custLinFactNeighborX="-3488">
        <dgm:presLayoutVars>
          <dgm:chMax val="0"/>
          <dgm:chPref val="0"/>
        </dgm:presLayoutVars>
      </dgm:prSet>
      <dgm:spPr/>
    </dgm:pt>
    <dgm:pt modelId="{67B5CEDE-FEE5-457E-AA13-B88BCA4D27C4}" type="pres">
      <dgm:prSet presAssocID="{52403F0F-3C2B-4635-BF00-AC222458F1E4}" presName="desTx" presStyleLbl="revTx" presStyleIdx="7" presStyleCnt="8" custScaleX="140515" custLinFactNeighborX="-15708" custLinFactNeighborY="-1945">
        <dgm:presLayoutVars/>
      </dgm:prSet>
      <dgm:spPr/>
    </dgm:pt>
  </dgm:ptLst>
  <dgm:cxnLst>
    <dgm:cxn modelId="{21B80B0C-7176-43ED-9432-63CD05C5A8E7}" type="presOf" srcId="{52403F0F-3C2B-4635-BF00-AC222458F1E4}" destId="{31C36CC5-1598-4FBB-A91D-0B34E168494B}" srcOrd="0" destOrd="0" presId="urn:microsoft.com/office/officeart/2018/2/layout/IconVerticalSolidList"/>
    <dgm:cxn modelId="{61D99339-3723-4640-B950-29781695D192}" type="presOf" srcId="{25EE8073-11FE-4938-9413-A676B4774632}" destId="{20E67951-8EF8-443A-A4F3-FC7275AC51CA}" srcOrd="0" destOrd="0" presId="urn:microsoft.com/office/officeart/2018/2/layout/IconVerticalSolidList"/>
    <dgm:cxn modelId="{EDB23E5F-C0A2-4D5F-A763-B1C559E67852}" srcId="{60711ECA-AAF8-4E9A-8C08-71B05BF77BA8}" destId="{52403F0F-3C2B-4635-BF00-AC222458F1E4}" srcOrd="4" destOrd="0" parTransId="{7BED49A7-E59E-4D90-AEDF-D59D817F9E37}" sibTransId="{43CBB500-3037-4AF3-8545-50C1AF327FC3}"/>
    <dgm:cxn modelId="{16088A50-B715-4EE3-B4A2-7AFDC0AF3796}" type="presOf" srcId="{1AC788C9-42D5-4ACB-9BE3-3FD2C5C0FCCC}" destId="{23EB46AF-D56B-4556-BF51-3167521AA32F}" srcOrd="0" destOrd="0" presId="urn:microsoft.com/office/officeart/2018/2/layout/IconVerticalSolidList"/>
    <dgm:cxn modelId="{3093AE8F-CE7B-4871-9181-45D827F7C273}" type="presOf" srcId="{E246A0E3-E5E9-4D4E-998B-C3E0A2B189F6}" destId="{67B5CEDE-FEE5-457E-AA13-B88BCA4D27C4}" srcOrd="0" destOrd="0" presId="urn:microsoft.com/office/officeart/2018/2/layout/IconVerticalSolidList"/>
    <dgm:cxn modelId="{BFC1B48F-F7B8-4B53-9C91-29A6AADE30F6}" srcId="{60711ECA-AAF8-4E9A-8C08-71B05BF77BA8}" destId="{30DDDBF6-A1BB-42CC-938C-65959A59962A}" srcOrd="1" destOrd="0" parTransId="{F32C1B47-F465-429E-BE91-ED3D75523527}" sibTransId="{31736715-4F44-40F9-8424-A3ECE48AB019}"/>
    <dgm:cxn modelId="{0FACD89F-7923-4284-B585-617AB14C3F11}" srcId="{0D988ABA-3721-422A-A6F3-06F703AF35C3}" destId="{25EE8073-11FE-4938-9413-A676B4774632}" srcOrd="0" destOrd="0" parTransId="{924271E4-CDFD-4C8A-97DA-637DD01EFCAE}" sibTransId="{2F155B07-D7AC-46EA-BC10-59F1EEF7A1BC}"/>
    <dgm:cxn modelId="{E7EC55A9-964F-47E0-8A09-408017E0F477}" srcId="{60711ECA-AAF8-4E9A-8C08-71B05BF77BA8}" destId="{1AC788C9-42D5-4ACB-9BE3-3FD2C5C0FCCC}" srcOrd="0" destOrd="0" parTransId="{2F976187-A253-4321-B19E-EEFA9C23FF16}" sibTransId="{75CA1F40-58FD-4BC2-B7DE-6CD29DFAE3F5}"/>
    <dgm:cxn modelId="{165CE5B4-E563-49A1-8FC4-22A71E4DAB34}" srcId="{60711ECA-AAF8-4E9A-8C08-71B05BF77BA8}" destId="{0D988ABA-3721-422A-A6F3-06F703AF35C3}" srcOrd="3" destOrd="0" parTransId="{47A35FF9-18F6-4050-9B38-1C23DB1687B9}" sibTransId="{CCEF2D8E-0E11-49B9-B5A0-EF8A283D7925}"/>
    <dgm:cxn modelId="{24F19CB6-5F03-4E0F-8F5F-0D77D4554C4B}" srcId="{0C8F886E-5C36-4589-920C-CF01884F92A9}" destId="{4D981BF8-0A38-425A-AFB0-A0A68EDC5325}" srcOrd="0" destOrd="0" parTransId="{36D805A5-4E4E-4C94-8071-96999843639F}" sibTransId="{746D68C2-51B3-430A-BDBC-447E0D2B4FF9}"/>
    <dgm:cxn modelId="{070C78BC-BE0F-4BF4-B739-53F9A05754D3}" srcId="{52403F0F-3C2B-4635-BF00-AC222458F1E4}" destId="{E246A0E3-E5E9-4D4E-998B-C3E0A2B189F6}" srcOrd="0" destOrd="0" parTransId="{DFD90502-BB0B-45E8-BA27-2C1FE35E4224}" sibTransId="{7CC3B998-F4A3-47E1-9925-C9F55B7980DD}"/>
    <dgm:cxn modelId="{3154F7CE-7F3E-480F-926C-2AC52709E94C}" type="presOf" srcId="{4D981BF8-0A38-425A-AFB0-A0A68EDC5325}" destId="{8CA9AB11-FBC2-44D0-9BF9-8F6975EAA2A9}" srcOrd="0" destOrd="0" presId="urn:microsoft.com/office/officeart/2018/2/layout/IconVerticalSolidList"/>
    <dgm:cxn modelId="{D129C0E9-6C3B-479F-AF9C-B6B8EFB111BB}" type="presOf" srcId="{30DDDBF6-A1BB-42CC-938C-65959A59962A}" destId="{717B17B0-9D1A-4230-896F-C09FECA18E31}" srcOrd="0" destOrd="0" presId="urn:microsoft.com/office/officeart/2018/2/layout/IconVerticalSolidList"/>
    <dgm:cxn modelId="{B942D1E9-B48A-4B8B-9666-CB58D4579152}" type="presOf" srcId="{0D988ABA-3721-422A-A6F3-06F703AF35C3}" destId="{174D6D9F-4C3D-45EA-A748-B070CCD35FA5}" srcOrd="0" destOrd="0" presId="urn:microsoft.com/office/officeart/2018/2/layout/IconVerticalSolidList"/>
    <dgm:cxn modelId="{6FFD52F8-FAA3-4C37-A6B7-74D8CA214CEE}" srcId="{60711ECA-AAF8-4E9A-8C08-71B05BF77BA8}" destId="{0C8F886E-5C36-4589-920C-CF01884F92A9}" srcOrd="2" destOrd="0" parTransId="{A5F39075-2650-491E-94CE-4A5816896CF1}" sibTransId="{4A180F58-1247-4780-8FCA-0C7198AE2984}"/>
    <dgm:cxn modelId="{9B8FDCF8-38C5-45FC-8E39-22D6A3903472}" type="presOf" srcId="{60711ECA-AAF8-4E9A-8C08-71B05BF77BA8}" destId="{9EEF37AF-50B0-4DFD-9E3B-7BBBB299EF5F}" srcOrd="0" destOrd="0" presId="urn:microsoft.com/office/officeart/2018/2/layout/IconVerticalSolidList"/>
    <dgm:cxn modelId="{AC0F1BFD-C846-4F28-88FE-2A7F5191B784}" type="presOf" srcId="{0C8F886E-5C36-4589-920C-CF01884F92A9}" destId="{DFAEE27B-D33B-42DB-A0E9-CEAFAAB94526}" srcOrd="0" destOrd="0" presId="urn:microsoft.com/office/officeart/2018/2/layout/IconVerticalSolidList"/>
    <dgm:cxn modelId="{8B859D90-1187-4350-955D-38535357AF79}" type="presParOf" srcId="{9EEF37AF-50B0-4DFD-9E3B-7BBBB299EF5F}" destId="{37EB5C2A-DC53-41C7-9382-7C506F96C301}" srcOrd="0" destOrd="0" presId="urn:microsoft.com/office/officeart/2018/2/layout/IconVerticalSolidList"/>
    <dgm:cxn modelId="{B3616163-F32D-446E-9367-808838957858}" type="presParOf" srcId="{37EB5C2A-DC53-41C7-9382-7C506F96C301}" destId="{FE877AB3-E69A-4F42-B026-4EA4CD387771}" srcOrd="0" destOrd="0" presId="urn:microsoft.com/office/officeart/2018/2/layout/IconVerticalSolidList"/>
    <dgm:cxn modelId="{2E34B49B-71B9-43B3-9DA8-4C63E871E34D}" type="presParOf" srcId="{37EB5C2A-DC53-41C7-9382-7C506F96C301}" destId="{0591B5C1-485F-479B-8445-EB6A5CB694D9}" srcOrd="1" destOrd="0" presId="urn:microsoft.com/office/officeart/2018/2/layout/IconVerticalSolidList"/>
    <dgm:cxn modelId="{87A2DD12-BFD0-42DF-8855-21D3B199871B}" type="presParOf" srcId="{37EB5C2A-DC53-41C7-9382-7C506F96C301}" destId="{4657AD17-7A85-4C51-9342-6F9A9E0DBEC2}" srcOrd="2" destOrd="0" presId="urn:microsoft.com/office/officeart/2018/2/layout/IconVerticalSolidList"/>
    <dgm:cxn modelId="{A807D9E8-5B94-4561-B7DA-00B6D16B8785}" type="presParOf" srcId="{37EB5C2A-DC53-41C7-9382-7C506F96C301}" destId="{23EB46AF-D56B-4556-BF51-3167521AA32F}" srcOrd="3" destOrd="0" presId="urn:microsoft.com/office/officeart/2018/2/layout/IconVerticalSolidList"/>
    <dgm:cxn modelId="{B4CE1286-A05D-43AA-9264-36AB97B2C0F6}" type="presParOf" srcId="{9EEF37AF-50B0-4DFD-9E3B-7BBBB299EF5F}" destId="{90600BAC-C092-400B-BDD8-25D6420810F4}" srcOrd="1" destOrd="0" presId="urn:microsoft.com/office/officeart/2018/2/layout/IconVerticalSolidList"/>
    <dgm:cxn modelId="{1C441757-C9E0-4FE2-A930-2A5DE644B99D}" type="presParOf" srcId="{9EEF37AF-50B0-4DFD-9E3B-7BBBB299EF5F}" destId="{1C098E1D-BE0B-4B09-8894-294EB950EFB3}" srcOrd="2" destOrd="0" presId="urn:microsoft.com/office/officeart/2018/2/layout/IconVerticalSolidList"/>
    <dgm:cxn modelId="{0E92D619-6D44-4C89-B3A3-9C8818DEF494}" type="presParOf" srcId="{1C098E1D-BE0B-4B09-8894-294EB950EFB3}" destId="{FC05BCF0-7F21-43C3-B039-E3B46978B13C}" srcOrd="0" destOrd="0" presId="urn:microsoft.com/office/officeart/2018/2/layout/IconVerticalSolidList"/>
    <dgm:cxn modelId="{7E8EA921-E5CF-4D00-B028-24489FEADB42}" type="presParOf" srcId="{1C098E1D-BE0B-4B09-8894-294EB950EFB3}" destId="{4EA0A310-9580-4689-B355-2B529CBF8CB9}" srcOrd="1" destOrd="0" presId="urn:microsoft.com/office/officeart/2018/2/layout/IconVerticalSolidList"/>
    <dgm:cxn modelId="{3C1B94E6-2DC1-4EC1-A05C-C0276072E3DB}" type="presParOf" srcId="{1C098E1D-BE0B-4B09-8894-294EB950EFB3}" destId="{49FA913D-D826-478E-97BB-72F03D58BA92}" srcOrd="2" destOrd="0" presId="urn:microsoft.com/office/officeart/2018/2/layout/IconVerticalSolidList"/>
    <dgm:cxn modelId="{EB31C4A9-1AF6-4913-A544-6FE3B0A15EE9}" type="presParOf" srcId="{1C098E1D-BE0B-4B09-8894-294EB950EFB3}" destId="{717B17B0-9D1A-4230-896F-C09FECA18E31}" srcOrd="3" destOrd="0" presId="urn:microsoft.com/office/officeart/2018/2/layout/IconVerticalSolidList"/>
    <dgm:cxn modelId="{422CAF56-9804-4F00-BCD4-ECAEF9E6198E}" type="presParOf" srcId="{9EEF37AF-50B0-4DFD-9E3B-7BBBB299EF5F}" destId="{C1F1776C-1AD2-4E0B-A521-F3EE9921C87D}" srcOrd="3" destOrd="0" presId="urn:microsoft.com/office/officeart/2018/2/layout/IconVerticalSolidList"/>
    <dgm:cxn modelId="{75A12D78-1BB9-4968-B8D8-E5F56886DF3B}" type="presParOf" srcId="{9EEF37AF-50B0-4DFD-9E3B-7BBBB299EF5F}" destId="{968DBD8B-A2ED-44D0-91B3-C8864DE629B9}" srcOrd="4" destOrd="0" presId="urn:microsoft.com/office/officeart/2018/2/layout/IconVerticalSolidList"/>
    <dgm:cxn modelId="{49CC9B67-B107-4FD9-8889-ED8C18294B45}" type="presParOf" srcId="{968DBD8B-A2ED-44D0-91B3-C8864DE629B9}" destId="{03B32107-01BB-4B46-981B-326029396452}" srcOrd="0" destOrd="0" presId="urn:microsoft.com/office/officeart/2018/2/layout/IconVerticalSolidList"/>
    <dgm:cxn modelId="{42955829-DDBB-493F-8CC9-A5F09B438A61}" type="presParOf" srcId="{968DBD8B-A2ED-44D0-91B3-C8864DE629B9}" destId="{7318E998-3835-4BC3-8F52-4227A2CBBA90}" srcOrd="1" destOrd="0" presId="urn:microsoft.com/office/officeart/2018/2/layout/IconVerticalSolidList"/>
    <dgm:cxn modelId="{7E5197F1-5EBF-4925-9CF3-549416E120AF}" type="presParOf" srcId="{968DBD8B-A2ED-44D0-91B3-C8864DE629B9}" destId="{33FA63F2-D6DB-4EA0-9831-0631B173DD7F}" srcOrd="2" destOrd="0" presId="urn:microsoft.com/office/officeart/2018/2/layout/IconVerticalSolidList"/>
    <dgm:cxn modelId="{86A1D3E7-C799-4183-A58D-7151221D2B31}" type="presParOf" srcId="{968DBD8B-A2ED-44D0-91B3-C8864DE629B9}" destId="{DFAEE27B-D33B-42DB-A0E9-CEAFAAB94526}" srcOrd="3" destOrd="0" presId="urn:microsoft.com/office/officeart/2018/2/layout/IconVerticalSolidList"/>
    <dgm:cxn modelId="{A85342A8-BFC4-457F-A506-FE8AF4EFB8F5}" type="presParOf" srcId="{968DBD8B-A2ED-44D0-91B3-C8864DE629B9}" destId="{8CA9AB11-FBC2-44D0-9BF9-8F6975EAA2A9}" srcOrd="4" destOrd="0" presId="urn:microsoft.com/office/officeart/2018/2/layout/IconVerticalSolidList"/>
    <dgm:cxn modelId="{B49FCBD5-74BF-4D02-93B0-3B2BB5BBA910}" type="presParOf" srcId="{9EEF37AF-50B0-4DFD-9E3B-7BBBB299EF5F}" destId="{07501D8D-C58B-4FE4-A340-F98C5F60FE37}" srcOrd="5" destOrd="0" presId="urn:microsoft.com/office/officeart/2018/2/layout/IconVerticalSolidList"/>
    <dgm:cxn modelId="{8CC06529-F3BA-40E1-A93B-5B3A56FF18D1}" type="presParOf" srcId="{9EEF37AF-50B0-4DFD-9E3B-7BBBB299EF5F}" destId="{CC12AF69-06CB-4C49-98AA-0108BCA24D67}" srcOrd="6" destOrd="0" presId="urn:microsoft.com/office/officeart/2018/2/layout/IconVerticalSolidList"/>
    <dgm:cxn modelId="{5BD7EC9D-3A8A-411A-81E2-1F2171E56E1A}" type="presParOf" srcId="{CC12AF69-06CB-4C49-98AA-0108BCA24D67}" destId="{FBCEB308-63F4-4A94-8ECC-C639E5DCD024}" srcOrd="0" destOrd="0" presId="urn:microsoft.com/office/officeart/2018/2/layout/IconVerticalSolidList"/>
    <dgm:cxn modelId="{700448CD-796F-4C14-9884-0C2854018E91}" type="presParOf" srcId="{CC12AF69-06CB-4C49-98AA-0108BCA24D67}" destId="{D71A295D-7CC9-4F7D-9FAB-EBE34261A42C}" srcOrd="1" destOrd="0" presId="urn:microsoft.com/office/officeart/2018/2/layout/IconVerticalSolidList"/>
    <dgm:cxn modelId="{D201E823-BBFC-4711-83F3-BE9EE087508F}" type="presParOf" srcId="{CC12AF69-06CB-4C49-98AA-0108BCA24D67}" destId="{89992530-1C61-4558-9012-761415CBEC5E}" srcOrd="2" destOrd="0" presId="urn:microsoft.com/office/officeart/2018/2/layout/IconVerticalSolidList"/>
    <dgm:cxn modelId="{09A33F1C-EF67-4271-AB79-32A902A1D14A}" type="presParOf" srcId="{CC12AF69-06CB-4C49-98AA-0108BCA24D67}" destId="{174D6D9F-4C3D-45EA-A748-B070CCD35FA5}" srcOrd="3" destOrd="0" presId="urn:microsoft.com/office/officeart/2018/2/layout/IconVerticalSolidList"/>
    <dgm:cxn modelId="{D081DB10-418F-4FD7-9BA1-0F8B74151187}" type="presParOf" srcId="{CC12AF69-06CB-4C49-98AA-0108BCA24D67}" destId="{20E67951-8EF8-443A-A4F3-FC7275AC51CA}" srcOrd="4" destOrd="0" presId="urn:microsoft.com/office/officeart/2018/2/layout/IconVerticalSolidList"/>
    <dgm:cxn modelId="{B92B6F36-F594-479B-95CE-AF5F4898388A}" type="presParOf" srcId="{9EEF37AF-50B0-4DFD-9E3B-7BBBB299EF5F}" destId="{895BFE2E-C715-4B3D-B12A-F1E6F53E9492}" srcOrd="7" destOrd="0" presId="urn:microsoft.com/office/officeart/2018/2/layout/IconVerticalSolidList"/>
    <dgm:cxn modelId="{C250FF53-FAF5-4163-938D-109DBFBE588B}" type="presParOf" srcId="{9EEF37AF-50B0-4DFD-9E3B-7BBBB299EF5F}" destId="{4F0076FF-1C31-4050-BF21-4FE72317C70E}" srcOrd="8" destOrd="0" presId="urn:microsoft.com/office/officeart/2018/2/layout/IconVerticalSolidList"/>
    <dgm:cxn modelId="{5C514764-7F5F-4FB8-A83F-187EA8A6C994}" type="presParOf" srcId="{4F0076FF-1C31-4050-BF21-4FE72317C70E}" destId="{7097B7D7-3C4A-464E-9F0A-988826EEF342}" srcOrd="0" destOrd="0" presId="urn:microsoft.com/office/officeart/2018/2/layout/IconVerticalSolidList"/>
    <dgm:cxn modelId="{DC96B671-54AF-4493-A5FE-0C7F514C78CA}" type="presParOf" srcId="{4F0076FF-1C31-4050-BF21-4FE72317C70E}" destId="{FF79D77F-59A2-4AEB-A738-66FBC7824E5F}" srcOrd="1" destOrd="0" presId="urn:microsoft.com/office/officeart/2018/2/layout/IconVerticalSolidList"/>
    <dgm:cxn modelId="{58527675-7D17-44D5-803C-785E82D8BA53}" type="presParOf" srcId="{4F0076FF-1C31-4050-BF21-4FE72317C70E}" destId="{16CF05F0-ECDC-4D0F-96C2-7CED5F78A7CE}" srcOrd="2" destOrd="0" presId="urn:microsoft.com/office/officeart/2018/2/layout/IconVerticalSolidList"/>
    <dgm:cxn modelId="{6C2FF322-AA4B-4EAE-8111-C54A4B91CA41}" type="presParOf" srcId="{4F0076FF-1C31-4050-BF21-4FE72317C70E}" destId="{31C36CC5-1598-4FBB-A91D-0B34E168494B}" srcOrd="3" destOrd="0" presId="urn:microsoft.com/office/officeart/2018/2/layout/IconVerticalSolidList"/>
    <dgm:cxn modelId="{DB854CDE-2B9B-4B87-AB70-EA36AD3E4C4D}" type="presParOf" srcId="{4F0076FF-1C31-4050-BF21-4FE72317C70E}" destId="{67B5CEDE-FEE5-457E-AA13-B88BCA4D27C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F0C73C7-A7BB-44D0-A362-4CD3BC47DE2D}"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IN"/>
        </a:p>
      </dgm:t>
    </dgm:pt>
    <dgm:pt modelId="{4F288FEC-26C3-42C0-BF72-5A1F51CCC7DF}">
      <dgm:prSet custT="1"/>
      <dgm:spPr/>
      <dgm:t>
        <a:bodyPr/>
        <a:lstStyle/>
        <a:p>
          <a:r>
            <a:rPr lang="en-US" sz="2000" baseline="0"/>
            <a:t>Applied in </a:t>
          </a:r>
          <a:r>
            <a:rPr lang="en-US" sz="2000" baseline="0" err="1"/>
            <a:t>DimCustomer</a:t>
          </a:r>
          <a:r>
            <a:rPr lang="en-US" sz="2000" baseline="0"/>
            <a:t> table:</a:t>
          </a:r>
          <a:endParaRPr lang="en-IN" sz="2000" baseline="0"/>
        </a:p>
      </dgm:t>
    </dgm:pt>
    <dgm:pt modelId="{24F292C3-7B89-4CA6-BC20-4FEB89A4FF8E}" type="parTrans" cxnId="{0F149055-2626-4902-8D3B-65661A773920}">
      <dgm:prSet/>
      <dgm:spPr/>
      <dgm:t>
        <a:bodyPr/>
        <a:lstStyle/>
        <a:p>
          <a:endParaRPr lang="en-IN"/>
        </a:p>
      </dgm:t>
    </dgm:pt>
    <dgm:pt modelId="{4C6B9538-5204-48BE-A90A-94C4B2E5CA34}" type="sibTrans" cxnId="{0F149055-2626-4902-8D3B-65661A773920}">
      <dgm:prSet/>
      <dgm:spPr/>
      <dgm:t>
        <a:bodyPr/>
        <a:lstStyle/>
        <a:p>
          <a:endParaRPr lang="en-IN"/>
        </a:p>
      </dgm:t>
    </dgm:pt>
    <dgm:pt modelId="{D4297B13-6CB2-40D6-B375-EE54BDB9AC45}">
      <dgm:prSet custT="1"/>
      <dgm:spPr/>
      <dgm:t>
        <a:bodyPr/>
        <a:lstStyle/>
        <a:p>
          <a:r>
            <a:rPr lang="en-US" sz="2000" baseline="0"/>
            <a:t>Customer name</a:t>
          </a:r>
          <a:endParaRPr lang="en-IN" sz="2000" baseline="0"/>
        </a:p>
      </dgm:t>
    </dgm:pt>
    <dgm:pt modelId="{FFB4FEE2-5357-465C-B0A1-E068E7E6EA34}" type="parTrans" cxnId="{57BDC230-FFC0-4889-8FB3-54A00FD1B7D0}">
      <dgm:prSet/>
      <dgm:spPr/>
      <dgm:t>
        <a:bodyPr/>
        <a:lstStyle/>
        <a:p>
          <a:endParaRPr lang="en-IN"/>
        </a:p>
      </dgm:t>
    </dgm:pt>
    <dgm:pt modelId="{B2A9739F-499E-453F-BB88-6B3D6A0F70C6}" type="sibTrans" cxnId="{57BDC230-FFC0-4889-8FB3-54A00FD1B7D0}">
      <dgm:prSet/>
      <dgm:spPr/>
      <dgm:t>
        <a:bodyPr/>
        <a:lstStyle/>
        <a:p>
          <a:endParaRPr lang="en-IN"/>
        </a:p>
      </dgm:t>
    </dgm:pt>
    <dgm:pt modelId="{F8520D87-7F18-4733-BD80-7948376515E8}">
      <dgm:prSet custT="1"/>
      <dgm:spPr/>
      <dgm:t>
        <a:bodyPr/>
        <a:lstStyle/>
        <a:p>
          <a:r>
            <a:rPr lang="en-US" sz="2000" baseline="0"/>
            <a:t>email</a:t>
          </a:r>
          <a:endParaRPr lang="en-IN" sz="2000" baseline="0"/>
        </a:p>
      </dgm:t>
    </dgm:pt>
    <dgm:pt modelId="{D78DBCCE-520F-4513-8320-12B3E15CE351}" type="parTrans" cxnId="{B70A16FE-FAEB-4F1E-BAC2-054860E153FF}">
      <dgm:prSet/>
      <dgm:spPr/>
      <dgm:t>
        <a:bodyPr/>
        <a:lstStyle/>
        <a:p>
          <a:endParaRPr lang="en-IN"/>
        </a:p>
      </dgm:t>
    </dgm:pt>
    <dgm:pt modelId="{3E009D63-6F5E-4741-AE9C-EA26DFC67782}" type="sibTrans" cxnId="{B70A16FE-FAEB-4F1E-BAC2-054860E153FF}">
      <dgm:prSet/>
      <dgm:spPr/>
      <dgm:t>
        <a:bodyPr/>
        <a:lstStyle/>
        <a:p>
          <a:endParaRPr lang="en-IN"/>
        </a:p>
      </dgm:t>
    </dgm:pt>
    <dgm:pt modelId="{4C854E29-7CF9-4BB1-96CC-EC71FB08F90F}">
      <dgm:prSet custT="1"/>
      <dgm:spPr/>
      <dgm:t>
        <a:bodyPr/>
        <a:lstStyle/>
        <a:p>
          <a:r>
            <a:rPr lang="en-US" sz="2000" baseline="0"/>
            <a:t>phone</a:t>
          </a:r>
          <a:endParaRPr lang="en-IN" sz="2000" baseline="0"/>
        </a:p>
      </dgm:t>
    </dgm:pt>
    <dgm:pt modelId="{C96C07D2-BB82-48D9-A757-622705210ADA}" type="parTrans" cxnId="{37B4C751-6776-4C83-AC37-1C006E0950CD}">
      <dgm:prSet/>
      <dgm:spPr/>
      <dgm:t>
        <a:bodyPr/>
        <a:lstStyle/>
        <a:p>
          <a:endParaRPr lang="en-IN"/>
        </a:p>
      </dgm:t>
    </dgm:pt>
    <dgm:pt modelId="{50FC2FC0-8EB9-4EEA-9CA1-C640D10D7181}" type="sibTrans" cxnId="{37B4C751-6776-4C83-AC37-1C006E0950CD}">
      <dgm:prSet/>
      <dgm:spPr/>
      <dgm:t>
        <a:bodyPr/>
        <a:lstStyle/>
        <a:p>
          <a:endParaRPr lang="en-IN"/>
        </a:p>
      </dgm:t>
    </dgm:pt>
    <dgm:pt modelId="{5D125CF8-FC52-449A-914D-EE96D55C60D1}">
      <dgm:prSet custT="1"/>
      <dgm:spPr/>
      <dgm:t>
        <a:bodyPr/>
        <a:lstStyle/>
        <a:p>
          <a:pPr rtl="0"/>
          <a:r>
            <a:rPr lang="en-US" sz="1800" baseline="0"/>
            <a:t>These policies restrict visibility of personal information, showing masked values for users without</a:t>
          </a:r>
          <a:r>
            <a:rPr lang="en-US" sz="1800" baseline="0">
              <a:latin typeface="Frutiger 45 bold"/>
            </a:rPr>
            <a:t> Full Access</a:t>
          </a:r>
          <a:r>
            <a:rPr lang="en-US" sz="1800" baseline="0"/>
            <a:t> roles.</a:t>
          </a:r>
          <a:endParaRPr lang="en-IN" sz="1800" baseline="0"/>
        </a:p>
      </dgm:t>
    </dgm:pt>
    <dgm:pt modelId="{AE4FCD06-EADE-4210-828E-2AF741F71C11}" type="parTrans" cxnId="{A32BAABA-DA3A-4A9F-B8BA-037CD162211A}">
      <dgm:prSet/>
      <dgm:spPr/>
      <dgm:t>
        <a:bodyPr/>
        <a:lstStyle/>
        <a:p>
          <a:endParaRPr lang="en-IN"/>
        </a:p>
      </dgm:t>
    </dgm:pt>
    <dgm:pt modelId="{0C18451C-DDAD-4D54-8010-6B1CB423BEAC}" type="sibTrans" cxnId="{A32BAABA-DA3A-4A9F-B8BA-037CD162211A}">
      <dgm:prSet/>
      <dgm:spPr/>
      <dgm:t>
        <a:bodyPr/>
        <a:lstStyle/>
        <a:p>
          <a:endParaRPr lang="en-IN"/>
        </a:p>
      </dgm:t>
    </dgm:pt>
    <dgm:pt modelId="{827140B4-FA8D-4013-94F4-1ED275E70BA4}" type="pres">
      <dgm:prSet presAssocID="{1F0C73C7-A7BB-44D0-A362-4CD3BC47DE2D}" presName="diagram" presStyleCnt="0">
        <dgm:presLayoutVars>
          <dgm:chPref val="1"/>
          <dgm:dir/>
          <dgm:animOne val="branch"/>
          <dgm:animLvl val="lvl"/>
          <dgm:resizeHandles/>
        </dgm:presLayoutVars>
      </dgm:prSet>
      <dgm:spPr/>
    </dgm:pt>
    <dgm:pt modelId="{FB3D504B-0644-4DDB-8255-B523969B15D3}" type="pres">
      <dgm:prSet presAssocID="{4F288FEC-26C3-42C0-BF72-5A1F51CCC7DF}" presName="root" presStyleCnt="0"/>
      <dgm:spPr/>
    </dgm:pt>
    <dgm:pt modelId="{9135BB0C-ACA8-45E5-A908-FD827DE2698E}" type="pres">
      <dgm:prSet presAssocID="{4F288FEC-26C3-42C0-BF72-5A1F51CCC7DF}" presName="rootComposite" presStyleCnt="0"/>
      <dgm:spPr/>
    </dgm:pt>
    <dgm:pt modelId="{84815575-2691-4DB9-A0FA-9344053FE2C7}" type="pres">
      <dgm:prSet presAssocID="{4F288FEC-26C3-42C0-BF72-5A1F51CCC7DF}" presName="rootText" presStyleLbl="node1" presStyleIdx="0" presStyleCnt="2" custScaleX="147380" custScaleY="176710" custLinFactY="-15152" custLinFactNeighborX="35279" custLinFactNeighborY="-100000"/>
      <dgm:spPr/>
    </dgm:pt>
    <dgm:pt modelId="{2A050FCA-18B1-466C-9653-EB9C7D831AED}" type="pres">
      <dgm:prSet presAssocID="{4F288FEC-26C3-42C0-BF72-5A1F51CCC7DF}" presName="rootConnector" presStyleLbl="node1" presStyleIdx="0" presStyleCnt="2"/>
      <dgm:spPr/>
    </dgm:pt>
    <dgm:pt modelId="{E2000630-167C-420F-A1A2-B8C21C0BE2DC}" type="pres">
      <dgm:prSet presAssocID="{4F288FEC-26C3-42C0-BF72-5A1F51CCC7DF}" presName="childShape" presStyleCnt="0"/>
      <dgm:spPr/>
    </dgm:pt>
    <dgm:pt modelId="{618E1CC4-431F-457F-BBAD-6A36E147E2D4}" type="pres">
      <dgm:prSet presAssocID="{FFB4FEE2-5357-465C-B0A1-E068E7E6EA34}" presName="Name13" presStyleLbl="parChTrans1D2" presStyleIdx="0" presStyleCnt="3"/>
      <dgm:spPr/>
    </dgm:pt>
    <dgm:pt modelId="{4A4BE992-320A-4624-8A08-0CB7BE701BD7}" type="pres">
      <dgm:prSet presAssocID="{D4297B13-6CB2-40D6-B375-EE54BDB9AC45}" presName="childText" presStyleLbl="bgAcc1" presStyleIdx="0" presStyleCnt="3" custScaleX="163807" custScaleY="55970" custLinFactX="24901" custLinFactY="-11852" custLinFactNeighborX="100000" custLinFactNeighborY="-100000">
        <dgm:presLayoutVars>
          <dgm:bulletEnabled val="1"/>
        </dgm:presLayoutVars>
      </dgm:prSet>
      <dgm:spPr/>
    </dgm:pt>
    <dgm:pt modelId="{8946EFFF-B287-417D-9327-3CDA4FBF995E}" type="pres">
      <dgm:prSet presAssocID="{D78DBCCE-520F-4513-8320-12B3E15CE351}" presName="Name13" presStyleLbl="parChTrans1D2" presStyleIdx="1" presStyleCnt="3"/>
      <dgm:spPr/>
    </dgm:pt>
    <dgm:pt modelId="{76DB5E33-B76F-46BA-9C98-43FC791FC262}" type="pres">
      <dgm:prSet presAssocID="{F8520D87-7F18-4733-BD80-7948376515E8}" presName="childText" presStyleLbl="bgAcc1" presStyleIdx="1" presStyleCnt="3" custScaleX="161970" custScaleY="38792" custLinFactX="24901" custLinFactY="-11852" custLinFactNeighborX="100000" custLinFactNeighborY="-100000">
        <dgm:presLayoutVars>
          <dgm:bulletEnabled val="1"/>
        </dgm:presLayoutVars>
      </dgm:prSet>
      <dgm:spPr/>
    </dgm:pt>
    <dgm:pt modelId="{7BB4472E-C20C-4C93-AD2D-AB43310A64D6}" type="pres">
      <dgm:prSet presAssocID="{C96C07D2-BB82-48D9-A757-622705210ADA}" presName="Name13" presStyleLbl="parChTrans1D2" presStyleIdx="2" presStyleCnt="3"/>
      <dgm:spPr/>
    </dgm:pt>
    <dgm:pt modelId="{0A2E4640-F82E-4EC3-A4DF-E9B9607F156B}" type="pres">
      <dgm:prSet presAssocID="{4C854E29-7CF9-4BB1-96CC-EC71FB08F90F}" presName="childText" presStyleLbl="bgAcc1" presStyleIdx="2" presStyleCnt="3" custAng="10800000" custFlipVert="1" custScaleX="190541" custScaleY="47808" custLinFactX="24901" custLinFactY="-11852" custLinFactNeighborX="100000" custLinFactNeighborY="-100000">
        <dgm:presLayoutVars>
          <dgm:bulletEnabled val="1"/>
        </dgm:presLayoutVars>
      </dgm:prSet>
      <dgm:spPr/>
    </dgm:pt>
    <dgm:pt modelId="{6CE8E2EB-D9BE-4111-83AC-D7A9AD46778B}" type="pres">
      <dgm:prSet presAssocID="{5D125CF8-FC52-449A-914D-EE96D55C60D1}" presName="root" presStyleCnt="0"/>
      <dgm:spPr/>
    </dgm:pt>
    <dgm:pt modelId="{63B376BA-E85C-4DB8-AFAD-DA634C243DFD}" type="pres">
      <dgm:prSet presAssocID="{5D125CF8-FC52-449A-914D-EE96D55C60D1}" presName="rootComposite" presStyleCnt="0"/>
      <dgm:spPr/>
    </dgm:pt>
    <dgm:pt modelId="{8C508F6E-5438-4C98-B956-F1816E073B2F}" type="pres">
      <dgm:prSet presAssocID="{5D125CF8-FC52-449A-914D-EE96D55C60D1}" presName="rootText" presStyleLbl="node1" presStyleIdx="1" presStyleCnt="2" custScaleX="222390" custScaleY="130654" custLinFactX="-28230" custLinFactY="126168" custLinFactNeighborX="-100000" custLinFactNeighborY="200000"/>
      <dgm:spPr/>
    </dgm:pt>
    <dgm:pt modelId="{8C11F3E1-F32E-44E6-9774-27CFBFF98781}" type="pres">
      <dgm:prSet presAssocID="{5D125CF8-FC52-449A-914D-EE96D55C60D1}" presName="rootConnector" presStyleLbl="node1" presStyleIdx="1" presStyleCnt="2"/>
      <dgm:spPr/>
    </dgm:pt>
    <dgm:pt modelId="{989CFF21-0994-44F0-A6DC-32DB68B3FA45}" type="pres">
      <dgm:prSet presAssocID="{5D125CF8-FC52-449A-914D-EE96D55C60D1}" presName="childShape" presStyleCnt="0"/>
      <dgm:spPr/>
    </dgm:pt>
  </dgm:ptLst>
  <dgm:cxnLst>
    <dgm:cxn modelId="{E325D30E-1F4A-4383-A1E4-77F5869FF89A}" type="presOf" srcId="{C96C07D2-BB82-48D9-A757-622705210ADA}" destId="{7BB4472E-C20C-4C93-AD2D-AB43310A64D6}" srcOrd="0" destOrd="0" presId="urn:microsoft.com/office/officeart/2005/8/layout/hierarchy3"/>
    <dgm:cxn modelId="{57BDC230-FFC0-4889-8FB3-54A00FD1B7D0}" srcId="{4F288FEC-26C3-42C0-BF72-5A1F51CCC7DF}" destId="{D4297B13-6CB2-40D6-B375-EE54BDB9AC45}" srcOrd="0" destOrd="0" parTransId="{FFB4FEE2-5357-465C-B0A1-E068E7E6EA34}" sibTransId="{B2A9739F-499E-453F-BB88-6B3D6A0F70C6}"/>
    <dgm:cxn modelId="{24E7B541-870B-44A6-B728-7DEEE0665237}" type="presOf" srcId="{D4297B13-6CB2-40D6-B375-EE54BDB9AC45}" destId="{4A4BE992-320A-4624-8A08-0CB7BE701BD7}" srcOrd="0" destOrd="0" presId="urn:microsoft.com/office/officeart/2005/8/layout/hierarchy3"/>
    <dgm:cxn modelId="{7F7CAA65-0DFB-4923-AB2D-C2BF6F888DCB}" type="presOf" srcId="{FFB4FEE2-5357-465C-B0A1-E068E7E6EA34}" destId="{618E1CC4-431F-457F-BBAD-6A36E147E2D4}" srcOrd="0" destOrd="0" presId="urn:microsoft.com/office/officeart/2005/8/layout/hierarchy3"/>
    <dgm:cxn modelId="{37B4C751-6776-4C83-AC37-1C006E0950CD}" srcId="{4F288FEC-26C3-42C0-BF72-5A1F51CCC7DF}" destId="{4C854E29-7CF9-4BB1-96CC-EC71FB08F90F}" srcOrd="2" destOrd="0" parTransId="{C96C07D2-BB82-48D9-A757-622705210ADA}" sibTransId="{50FC2FC0-8EB9-4EEA-9CA1-C640D10D7181}"/>
    <dgm:cxn modelId="{0F149055-2626-4902-8D3B-65661A773920}" srcId="{1F0C73C7-A7BB-44D0-A362-4CD3BC47DE2D}" destId="{4F288FEC-26C3-42C0-BF72-5A1F51CCC7DF}" srcOrd="0" destOrd="0" parTransId="{24F292C3-7B89-4CA6-BC20-4FEB89A4FF8E}" sibTransId="{4C6B9538-5204-48BE-A90A-94C4B2E5CA34}"/>
    <dgm:cxn modelId="{F6437B76-4DAB-4502-A847-5A53D701C40F}" type="presOf" srcId="{5D125CF8-FC52-449A-914D-EE96D55C60D1}" destId="{8C508F6E-5438-4C98-B956-F1816E073B2F}" srcOrd="0" destOrd="0" presId="urn:microsoft.com/office/officeart/2005/8/layout/hierarchy3"/>
    <dgm:cxn modelId="{1AFBBD94-1EAF-4F13-BDD8-EA7A2DE37449}" type="presOf" srcId="{1F0C73C7-A7BB-44D0-A362-4CD3BC47DE2D}" destId="{827140B4-FA8D-4013-94F4-1ED275E70BA4}" srcOrd="0" destOrd="0" presId="urn:microsoft.com/office/officeart/2005/8/layout/hierarchy3"/>
    <dgm:cxn modelId="{F98EF9A8-1607-4C8A-89D6-C0D6A38CAE94}" type="presOf" srcId="{F8520D87-7F18-4733-BD80-7948376515E8}" destId="{76DB5E33-B76F-46BA-9C98-43FC791FC262}" srcOrd="0" destOrd="0" presId="urn:microsoft.com/office/officeart/2005/8/layout/hierarchy3"/>
    <dgm:cxn modelId="{FA1EEBB6-2FF5-466E-8C88-5238125CD688}" type="presOf" srcId="{4C854E29-7CF9-4BB1-96CC-EC71FB08F90F}" destId="{0A2E4640-F82E-4EC3-A4DF-E9B9607F156B}" srcOrd="0" destOrd="0" presId="urn:microsoft.com/office/officeart/2005/8/layout/hierarchy3"/>
    <dgm:cxn modelId="{A32BAABA-DA3A-4A9F-B8BA-037CD162211A}" srcId="{1F0C73C7-A7BB-44D0-A362-4CD3BC47DE2D}" destId="{5D125CF8-FC52-449A-914D-EE96D55C60D1}" srcOrd="1" destOrd="0" parTransId="{AE4FCD06-EADE-4210-828E-2AF741F71C11}" sibTransId="{0C18451C-DDAD-4D54-8010-6B1CB423BEAC}"/>
    <dgm:cxn modelId="{F0C6E7C3-4061-4D72-AE45-859E9C7037F6}" type="presOf" srcId="{4F288FEC-26C3-42C0-BF72-5A1F51CCC7DF}" destId="{84815575-2691-4DB9-A0FA-9344053FE2C7}" srcOrd="0" destOrd="0" presId="urn:microsoft.com/office/officeart/2005/8/layout/hierarchy3"/>
    <dgm:cxn modelId="{EA4BFAD6-D3EF-4BB0-A5FA-C4F250A3A721}" type="presOf" srcId="{D78DBCCE-520F-4513-8320-12B3E15CE351}" destId="{8946EFFF-B287-417D-9327-3CDA4FBF995E}" srcOrd="0" destOrd="0" presId="urn:microsoft.com/office/officeart/2005/8/layout/hierarchy3"/>
    <dgm:cxn modelId="{3A724CDE-3B0E-4A0C-BB59-22A75BE17659}" type="presOf" srcId="{4F288FEC-26C3-42C0-BF72-5A1F51CCC7DF}" destId="{2A050FCA-18B1-466C-9653-EB9C7D831AED}" srcOrd="1" destOrd="0" presId="urn:microsoft.com/office/officeart/2005/8/layout/hierarchy3"/>
    <dgm:cxn modelId="{FAB5AFEE-F93C-4703-B754-9F7795A399C6}" type="presOf" srcId="{5D125CF8-FC52-449A-914D-EE96D55C60D1}" destId="{8C11F3E1-F32E-44E6-9774-27CFBFF98781}" srcOrd="1" destOrd="0" presId="urn:microsoft.com/office/officeart/2005/8/layout/hierarchy3"/>
    <dgm:cxn modelId="{B70A16FE-FAEB-4F1E-BAC2-054860E153FF}" srcId="{4F288FEC-26C3-42C0-BF72-5A1F51CCC7DF}" destId="{F8520D87-7F18-4733-BD80-7948376515E8}" srcOrd="1" destOrd="0" parTransId="{D78DBCCE-520F-4513-8320-12B3E15CE351}" sibTransId="{3E009D63-6F5E-4741-AE9C-EA26DFC67782}"/>
    <dgm:cxn modelId="{EC2A3EFB-B676-4860-9842-79B3CA7CD853}" type="presParOf" srcId="{827140B4-FA8D-4013-94F4-1ED275E70BA4}" destId="{FB3D504B-0644-4DDB-8255-B523969B15D3}" srcOrd="0" destOrd="0" presId="urn:microsoft.com/office/officeart/2005/8/layout/hierarchy3"/>
    <dgm:cxn modelId="{1F48EA99-BC57-4AE1-822C-9B18C23E9FD1}" type="presParOf" srcId="{FB3D504B-0644-4DDB-8255-B523969B15D3}" destId="{9135BB0C-ACA8-45E5-A908-FD827DE2698E}" srcOrd="0" destOrd="0" presId="urn:microsoft.com/office/officeart/2005/8/layout/hierarchy3"/>
    <dgm:cxn modelId="{75DA3E67-3212-403D-BFEF-CF62F61A879C}" type="presParOf" srcId="{9135BB0C-ACA8-45E5-A908-FD827DE2698E}" destId="{84815575-2691-4DB9-A0FA-9344053FE2C7}" srcOrd="0" destOrd="0" presId="urn:microsoft.com/office/officeart/2005/8/layout/hierarchy3"/>
    <dgm:cxn modelId="{3575483F-AF0A-4E4E-A834-B59D190FDCFE}" type="presParOf" srcId="{9135BB0C-ACA8-45E5-A908-FD827DE2698E}" destId="{2A050FCA-18B1-466C-9653-EB9C7D831AED}" srcOrd="1" destOrd="0" presId="urn:microsoft.com/office/officeart/2005/8/layout/hierarchy3"/>
    <dgm:cxn modelId="{519264BA-A271-4A6F-BF8C-32B7EB16B0A5}" type="presParOf" srcId="{FB3D504B-0644-4DDB-8255-B523969B15D3}" destId="{E2000630-167C-420F-A1A2-B8C21C0BE2DC}" srcOrd="1" destOrd="0" presId="urn:microsoft.com/office/officeart/2005/8/layout/hierarchy3"/>
    <dgm:cxn modelId="{98EBD801-A4B2-4ACE-AB9E-28A81483D95B}" type="presParOf" srcId="{E2000630-167C-420F-A1A2-B8C21C0BE2DC}" destId="{618E1CC4-431F-457F-BBAD-6A36E147E2D4}" srcOrd="0" destOrd="0" presId="urn:microsoft.com/office/officeart/2005/8/layout/hierarchy3"/>
    <dgm:cxn modelId="{009A4279-FBF6-4837-9B35-1778D150B9B1}" type="presParOf" srcId="{E2000630-167C-420F-A1A2-B8C21C0BE2DC}" destId="{4A4BE992-320A-4624-8A08-0CB7BE701BD7}" srcOrd="1" destOrd="0" presId="urn:microsoft.com/office/officeart/2005/8/layout/hierarchy3"/>
    <dgm:cxn modelId="{E5983873-2D8F-4858-AA6C-9D3CBAC3FB57}" type="presParOf" srcId="{E2000630-167C-420F-A1A2-B8C21C0BE2DC}" destId="{8946EFFF-B287-417D-9327-3CDA4FBF995E}" srcOrd="2" destOrd="0" presId="urn:microsoft.com/office/officeart/2005/8/layout/hierarchy3"/>
    <dgm:cxn modelId="{72F2F5F2-07F0-4476-8D81-54E474B96762}" type="presParOf" srcId="{E2000630-167C-420F-A1A2-B8C21C0BE2DC}" destId="{76DB5E33-B76F-46BA-9C98-43FC791FC262}" srcOrd="3" destOrd="0" presId="urn:microsoft.com/office/officeart/2005/8/layout/hierarchy3"/>
    <dgm:cxn modelId="{F59F67A4-084D-4DF2-9788-8B1C47326A3F}" type="presParOf" srcId="{E2000630-167C-420F-A1A2-B8C21C0BE2DC}" destId="{7BB4472E-C20C-4C93-AD2D-AB43310A64D6}" srcOrd="4" destOrd="0" presId="urn:microsoft.com/office/officeart/2005/8/layout/hierarchy3"/>
    <dgm:cxn modelId="{3CF46664-5062-42E6-A6BC-4D839CAE9152}" type="presParOf" srcId="{E2000630-167C-420F-A1A2-B8C21C0BE2DC}" destId="{0A2E4640-F82E-4EC3-A4DF-E9B9607F156B}" srcOrd="5" destOrd="0" presId="urn:microsoft.com/office/officeart/2005/8/layout/hierarchy3"/>
    <dgm:cxn modelId="{78045295-6FD1-42B7-9E8A-A64A8B016A17}" type="presParOf" srcId="{827140B4-FA8D-4013-94F4-1ED275E70BA4}" destId="{6CE8E2EB-D9BE-4111-83AC-D7A9AD46778B}" srcOrd="1" destOrd="0" presId="urn:microsoft.com/office/officeart/2005/8/layout/hierarchy3"/>
    <dgm:cxn modelId="{1FBAC013-4BEE-4588-BC44-FEDD5A9F05DC}" type="presParOf" srcId="{6CE8E2EB-D9BE-4111-83AC-D7A9AD46778B}" destId="{63B376BA-E85C-4DB8-AFAD-DA634C243DFD}" srcOrd="0" destOrd="0" presId="urn:microsoft.com/office/officeart/2005/8/layout/hierarchy3"/>
    <dgm:cxn modelId="{29C765C9-26DE-48DC-A228-064E3BAC7A11}" type="presParOf" srcId="{63B376BA-E85C-4DB8-AFAD-DA634C243DFD}" destId="{8C508F6E-5438-4C98-B956-F1816E073B2F}" srcOrd="0" destOrd="0" presId="urn:microsoft.com/office/officeart/2005/8/layout/hierarchy3"/>
    <dgm:cxn modelId="{C5D63065-9382-4C60-AC23-F6EC236B026B}" type="presParOf" srcId="{63B376BA-E85C-4DB8-AFAD-DA634C243DFD}" destId="{8C11F3E1-F32E-44E6-9774-27CFBFF98781}" srcOrd="1" destOrd="0" presId="urn:microsoft.com/office/officeart/2005/8/layout/hierarchy3"/>
    <dgm:cxn modelId="{5ABCAE7A-42D4-4271-A3E6-475A47276040}" type="presParOf" srcId="{6CE8E2EB-D9BE-4111-83AC-D7A9AD46778B}" destId="{989CFF21-0994-44F0-A6DC-32DB68B3FA45}"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26FA02C-57BE-4999-BA1D-A37D49756B92}" type="doc">
      <dgm:prSet loTypeId="urn:microsoft.com/office/officeart/2005/8/layout/vList2" loCatId="list" qsTypeId="urn:microsoft.com/office/officeart/2005/8/quickstyle/simple2" qsCatId="simple" csTypeId="urn:microsoft.com/office/officeart/2005/8/colors/accent2_2" csCatId="accent2" phldr="1"/>
      <dgm:spPr/>
      <dgm:t>
        <a:bodyPr/>
        <a:lstStyle/>
        <a:p>
          <a:endParaRPr lang="en-US"/>
        </a:p>
      </dgm:t>
    </dgm:pt>
    <dgm:pt modelId="{35095EDE-15BD-4309-BB23-8C99A62F0FEC}">
      <dgm:prSet/>
      <dgm:spPr/>
      <dgm:t>
        <a:bodyPr/>
        <a:lstStyle/>
        <a:p>
          <a:r>
            <a:rPr lang="en-US"/>
            <a:t>Established a secure data share to expose selected, approved data for controlled external access.</a:t>
          </a:r>
        </a:p>
      </dgm:t>
    </dgm:pt>
    <dgm:pt modelId="{DEE267E4-5D5C-4D0E-BB8A-55244458862E}" type="parTrans" cxnId="{2527DE6E-3158-4B34-9042-AC839B11F33E}">
      <dgm:prSet/>
      <dgm:spPr/>
      <dgm:t>
        <a:bodyPr/>
        <a:lstStyle/>
        <a:p>
          <a:endParaRPr lang="en-US"/>
        </a:p>
      </dgm:t>
    </dgm:pt>
    <dgm:pt modelId="{C1CBA7F8-4D0F-4337-8D4C-9035A4C3AC11}" type="sibTrans" cxnId="{2527DE6E-3158-4B34-9042-AC839B11F33E}">
      <dgm:prSet/>
      <dgm:spPr/>
      <dgm:t>
        <a:bodyPr/>
        <a:lstStyle/>
        <a:p>
          <a:endParaRPr lang="en-US"/>
        </a:p>
      </dgm:t>
    </dgm:pt>
    <dgm:pt modelId="{5CD87784-62B6-44C2-8419-2955505320F8}">
      <dgm:prSet/>
      <dgm:spPr/>
      <dgm:t>
        <a:bodyPr/>
        <a:lstStyle/>
        <a:p>
          <a:r>
            <a:rPr lang="en-US"/>
            <a:t>Shared views:</a:t>
          </a:r>
        </a:p>
      </dgm:t>
    </dgm:pt>
    <dgm:pt modelId="{1374109C-A9FF-4112-B08C-3FB61453C506}" type="parTrans" cxnId="{45E6B2D4-928B-431F-A1BB-1482308907B9}">
      <dgm:prSet/>
      <dgm:spPr/>
      <dgm:t>
        <a:bodyPr/>
        <a:lstStyle/>
        <a:p>
          <a:endParaRPr lang="en-US"/>
        </a:p>
      </dgm:t>
    </dgm:pt>
    <dgm:pt modelId="{C9C01959-1C8A-478E-8BB7-6D5C5ED36A7F}" type="sibTrans" cxnId="{45E6B2D4-928B-431F-A1BB-1482308907B9}">
      <dgm:prSet/>
      <dgm:spPr/>
      <dgm:t>
        <a:bodyPr/>
        <a:lstStyle/>
        <a:p>
          <a:endParaRPr lang="en-US"/>
        </a:p>
      </dgm:t>
    </dgm:pt>
    <dgm:pt modelId="{C951CE72-5677-492C-AF8D-74228F007F10}">
      <dgm:prSet/>
      <dgm:spPr/>
      <dgm:t>
        <a:bodyPr/>
        <a:lstStyle/>
        <a:p>
          <a:r>
            <a:rPr lang="en-US" err="1"/>
            <a:t>mv_vintage_performance</a:t>
          </a:r>
        </a:p>
      </dgm:t>
    </dgm:pt>
    <dgm:pt modelId="{1AFE8654-15E9-4DF9-9C3D-8E816AABE636}" type="parTrans" cxnId="{B7C78D3B-AF29-496D-A0BB-054E78E6AD4A}">
      <dgm:prSet/>
      <dgm:spPr/>
      <dgm:t>
        <a:bodyPr/>
        <a:lstStyle/>
        <a:p>
          <a:endParaRPr lang="en-US"/>
        </a:p>
      </dgm:t>
    </dgm:pt>
    <dgm:pt modelId="{9222BB47-FE17-456E-A893-1420BB7CE38C}" type="sibTrans" cxnId="{B7C78D3B-AF29-496D-A0BB-054E78E6AD4A}">
      <dgm:prSet/>
      <dgm:spPr/>
      <dgm:t>
        <a:bodyPr/>
        <a:lstStyle/>
        <a:p>
          <a:endParaRPr lang="en-US"/>
        </a:p>
      </dgm:t>
    </dgm:pt>
    <dgm:pt modelId="{4C928E3E-EF7D-4675-BFE3-A09849933F29}">
      <dgm:prSet/>
      <dgm:spPr/>
      <dgm:t>
        <a:bodyPr/>
        <a:lstStyle/>
        <a:p>
          <a:r>
            <a:rPr lang="en-US" err="1"/>
            <a:t>mv_collections_effectiveness</a:t>
          </a:r>
          <a:endParaRPr lang="en-US"/>
        </a:p>
      </dgm:t>
    </dgm:pt>
    <dgm:pt modelId="{142557E0-A569-405D-A0B0-E68FB02B5EAC}" type="parTrans" cxnId="{2A0C1886-AE29-46DC-89D2-B8C8A0C4CD26}">
      <dgm:prSet/>
      <dgm:spPr/>
      <dgm:t>
        <a:bodyPr/>
        <a:lstStyle/>
        <a:p>
          <a:endParaRPr lang="en-US"/>
        </a:p>
      </dgm:t>
    </dgm:pt>
    <dgm:pt modelId="{341327B7-0399-41EE-B5DA-B48793F79942}" type="sibTrans" cxnId="{2A0C1886-AE29-46DC-89D2-B8C8A0C4CD26}">
      <dgm:prSet/>
      <dgm:spPr/>
      <dgm:t>
        <a:bodyPr/>
        <a:lstStyle/>
        <a:p>
          <a:endParaRPr lang="en-US"/>
        </a:p>
      </dgm:t>
    </dgm:pt>
    <dgm:pt modelId="{D186BF98-8111-4C3E-94DC-119407F07D2E}">
      <dgm:prSet/>
      <dgm:spPr/>
      <dgm:t>
        <a:bodyPr/>
        <a:lstStyle/>
        <a:p>
          <a:r>
            <a:rPr lang="en-US"/>
            <a:t>Reader Account Accessibility:</a:t>
          </a:r>
        </a:p>
      </dgm:t>
    </dgm:pt>
    <dgm:pt modelId="{6DF1783D-0258-47EA-AF0A-3134322B5118}" type="parTrans" cxnId="{92C67585-2DE6-414C-BB38-69E5C1063CC6}">
      <dgm:prSet/>
      <dgm:spPr/>
      <dgm:t>
        <a:bodyPr/>
        <a:lstStyle/>
        <a:p>
          <a:endParaRPr lang="en-US"/>
        </a:p>
      </dgm:t>
    </dgm:pt>
    <dgm:pt modelId="{8BFDAE70-DDEE-44D3-83B3-C348802289C5}" type="sibTrans" cxnId="{92C67585-2DE6-414C-BB38-69E5C1063CC6}">
      <dgm:prSet/>
      <dgm:spPr/>
      <dgm:t>
        <a:bodyPr/>
        <a:lstStyle/>
        <a:p>
          <a:endParaRPr lang="en-US"/>
        </a:p>
      </dgm:t>
    </dgm:pt>
    <dgm:pt modelId="{4C5B54CD-B06C-4291-A1FD-CAED84D39D0F}">
      <dgm:prSet/>
      <dgm:spPr/>
      <dgm:t>
        <a:bodyPr/>
        <a:lstStyle/>
        <a:p>
          <a:r>
            <a:rPr lang="en-US"/>
            <a:t>Tested and validated that external reader accounts can access only the designated materialized views included in the secure share.</a:t>
          </a:r>
        </a:p>
      </dgm:t>
    </dgm:pt>
    <dgm:pt modelId="{F0DCD74B-935F-4786-8A33-878D8208BAAE}" type="parTrans" cxnId="{A28C76AD-2354-49F3-A231-072D0E9E50F2}">
      <dgm:prSet/>
      <dgm:spPr/>
      <dgm:t>
        <a:bodyPr/>
        <a:lstStyle/>
        <a:p>
          <a:endParaRPr lang="en-US"/>
        </a:p>
      </dgm:t>
    </dgm:pt>
    <dgm:pt modelId="{AEAE952E-4ED7-4396-8E33-7D9C62331065}" type="sibTrans" cxnId="{A28C76AD-2354-49F3-A231-072D0E9E50F2}">
      <dgm:prSet/>
      <dgm:spPr/>
      <dgm:t>
        <a:bodyPr/>
        <a:lstStyle/>
        <a:p>
          <a:endParaRPr lang="en-US"/>
        </a:p>
      </dgm:t>
    </dgm:pt>
    <dgm:pt modelId="{DF2F3221-43E5-4C57-B223-17929D6DA8F2}">
      <dgm:prSet/>
      <dgm:spPr/>
      <dgm:t>
        <a:bodyPr/>
        <a:lstStyle/>
        <a:p>
          <a:r>
            <a:rPr lang="en-US"/>
            <a:t>Documenting Sharing Process:</a:t>
          </a:r>
        </a:p>
      </dgm:t>
    </dgm:pt>
    <dgm:pt modelId="{600F6A1F-AEB8-4457-84BD-570F090F55C8}" type="parTrans" cxnId="{0F1AD3B2-D7D0-4E85-85E5-37259459E2C2}">
      <dgm:prSet/>
      <dgm:spPr/>
      <dgm:t>
        <a:bodyPr/>
        <a:lstStyle/>
        <a:p>
          <a:endParaRPr lang="en-US"/>
        </a:p>
      </dgm:t>
    </dgm:pt>
    <dgm:pt modelId="{A38D5F74-11FA-4A1A-B94A-916E0F4E45D4}" type="sibTrans" cxnId="{0F1AD3B2-D7D0-4E85-85E5-37259459E2C2}">
      <dgm:prSet/>
      <dgm:spPr/>
      <dgm:t>
        <a:bodyPr/>
        <a:lstStyle/>
        <a:p>
          <a:endParaRPr lang="en-US"/>
        </a:p>
      </dgm:t>
    </dgm:pt>
    <dgm:pt modelId="{F238DDAB-E2B4-4534-B263-F22A55338424}">
      <dgm:prSet/>
      <dgm:spPr/>
      <dgm:t>
        <a:bodyPr/>
        <a:lstStyle/>
        <a:p>
          <a:r>
            <a:rPr lang="en-US"/>
            <a:t>The step-by-step sharing process was documented, including granting privileges, verifying access, and maintaining an audit trail for all share interactions.</a:t>
          </a:r>
        </a:p>
      </dgm:t>
    </dgm:pt>
    <dgm:pt modelId="{9C3DC411-1D5D-44C2-BE5F-397E8051318F}" type="parTrans" cxnId="{B4D2C125-8C78-4584-B9D4-9F5C09A852A0}">
      <dgm:prSet/>
      <dgm:spPr/>
      <dgm:t>
        <a:bodyPr/>
        <a:lstStyle/>
        <a:p>
          <a:endParaRPr lang="en-US"/>
        </a:p>
      </dgm:t>
    </dgm:pt>
    <dgm:pt modelId="{3633DDEC-D410-4B87-AF6F-1124537D2758}" type="sibTrans" cxnId="{B4D2C125-8C78-4584-B9D4-9F5C09A852A0}">
      <dgm:prSet/>
      <dgm:spPr/>
      <dgm:t>
        <a:bodyPr/>
        <a:lstStyle/>
        <a:p>
          <a:endParaRPr lang="en-US"/>
        </a:p>
      </dgm:t>
    </dgm:pt>
    <dgm:pt modelId="{3EE29EFF-0AB9-4784-81FD-0426695FD021}">
      <dgm:prSet/>
      <dgm:spPr/>
      <dgm:t>
        <a:bodyPr/>
        <a:lstStyle/>
        <a:p>
          <a:r>
            <a:rPr lang="en-US"/>
            <a:t>Benefits:</a:t>
          </a:r>
        </a:p>
      </dgm:t>
    </dgm:pt>
    <dgm:pt modelId="{20887D8B-58EA-473D-ACEF-02FA420EA143}" type="parTrans" cxnId="{DEC2E62D-12D1-4A51-845E-AC3F110B525E}">
      <dgm:prSet/>
      <dgm:spPr/>
      <dgm:t>
        <a:bodyPr/>
        <a:lstStyle/>
        <a:p>
          <a:endParaRPr lang="en-US"/>
        </a:p>
      </dgm:t>
    </dgm:pt>
    <dgm:pt modelId="{553F2981-6375-469C-AFC6-88589E366F4F}" type="sibTrans" cxnId="{DEC2E62D-12D1-4A51-845E-AC3F110B525E}">
      <dgm:prSet/>
      <dgm:spPr/>
      <dgm:t>
        <a:bodyPr/>
        <a:lstStyle/>
        <a:p>
          <a:endParaRPr lang="en-US"/>
        </a:p>
      </dgm:t>
    </dgm:pt>
    <dgm:pt modelId="{2D84AF37-6888-4E42-B61E-E85F3EE23271}">
      <dgm:prSet/>
      <dgm:spPr/>
      <dgm:t>
        <a:bodyPr/>
        <a:lstStyle/>
        <a:p>
          <a:r>
            <a:rPr lang="en-US"/>
            <a:t>Facilitates collaborative analytics between teams and business units without full data replication..</a:t>
          </a:r>
        </a:p>
      </dgm:t>
    </dgm:pt>
    <dgm:pt modelId="{8FCCA042-9A3C-4E77-8BA2-676C32A85A12}" type="parTrans" cxnId="{8D8A33B0-EFF9-4E32-A0FD-E4EB51BB99F9}">
      <dgm:prSet/>
      <dgm:spPr/>
      <dgm:t>
        <a:bodyPr/>
        <a:lstStyle/>
        <a:p>
          <a:endParaRPr lang="en-US"/>
        </a:p>
      </dgm:t>
    </dgm:pt>
    <dgm:pt modelId="{83E6B1B4-88FF-445B-AB63-1D0A013975E1}" type="sibTrans" cxnId="{8D8A33B0-EFF9-4E32-A0FD-E4EB51BB99F9}">
      <dgm:prSet/>
      <dgm:spPr/>
      <dgm:t>
        <a:bodyPr/>
        <a:lstStyle/>
        <a:p>
          <a:endParaRPr lang="en-US"/>
        </a:p>
      </dgm:t>
    </dgm:pt>
    <dgm:pt modelId="{06611C8C-5822-4F16-A045-43B7217E6DC8}" type="pres">
      <dgm:prSet presAssocID="{726FA02C-57BE-4999-BA1D-A37D49756B92}" presName="linear" presStyleCnt="0">
        <dgm:presLayoutVars>
          <dgm:animLvl val="lvl"/>
          <dgm:resizeHandles val="exact"/>
        </dgm:presLayoutVars>
      </dgm:prSet>
      <dgm:spPr/>
    </dgm:pt>
    <dgm:pt modelId="{82C60B0B-133C-4C48-B60A-D2B34B75D681}" type="pres">
      <dgm:prSet presAssocID="{35095EDE-15BD-4309-BB23-8C99A62F0FEC}" presName="parentText" presStyleLbl="node1" presStyleIdx="0" presStyleCnt="5" custLinFactY="-7820" custLinFactNeighborX="0" custLinFactNeighborY="-100000">
        <dgm:presLayoutVars>
          <dgm:chMax val="0"/>
          <dgm:bulletEnabled val="1"/>
        </dgm:presLayoutVars>
      </dgm:prSet>
      <dgm:spPr/>
    </dgm:pt>
    <dgm:pt modelId="{86FC96B2-CA8F-4311-B250-CBDF7CD3C6F0}" type="pres">
      <dgm:prSet presAssocID="{C1CBA7F8-4D0F-4337-8D4C-9035A4C3AC11}" presName="spacer" presStyleCnt="0"/>
      <dgm:spPr/>
    </dgm:pt>
    <dgm:pt modelId="{FC39FAED-F6EE-455C-9CEB-9C28C7E69DD5}" type="pres">
      <dgm:prSet presAssocID="{5CD87784-62B6-44C2-8419-2955505320F8}" presName="parentText" presStyleLbl="node1" presStyleIdx="1" presStyleCnt="5">
        <dgm:presLayoutVars>
          <dgm:chMax val="0"/>
          <dgm:bulletEnabled val="1"/>
        </dgm:presLayoutVars>
      </dgm:prSet>
      <dgm:spPr/>
    </dgm:pt>
    <dgm:pt modelId="{4904B0A8-522C-42F7-BD07-B832F424EB97}" type="pres">
      <dgm:prSet presAssocID="{5CD87784-62B6-44C2-8419-2955505320F8}" presName="childText" presStyleLbl="revTx" presStyleIdx="0" presStyleCnt="4">
        <dgm:presLayoutVars>
          <dgm:bulletEnabled val="1"/>
        </dgm:presLayoutVars>
      </dgm:prSet>
      <dgm:spPr/>
    </dgm:pt>
    <dgm:pt modelId="{6DDC948A-BD8F-4053-9EC1-8746618A8C65}" type="pres">
      <dgm:prSet presAssocID="{D186BF98-8111-4C3E-94DC-119407F07D2E}" presName="parentText" presStyleLbl="node1" presStyleIdx="2" presStyleCnt="5">
        <dgm:presLayoutVars>
          <dgm:chMax val="0"/>
          <dgm:bulletEnabled val="1"/>
        </dgm:presLayoutVars>
      </dgm:prSet>
      <dgm:spPr/>
    </dgm:pt>
    <dgm:pt modelId="{74CF08A4-B958-41B1-B269-BB2503068838}" type="pres">
      <dgm:prSet presAssocID="{D186BF98-8111-4C3E-94DC-119407F07D2E}" presName="childText" presStyleLbl="revTx" presStyleIdx="1" presStyleCnt="4">
        <dgm:presLayoutVars>
          <dgm:bulletEnabled val="1"/>
        </dgm:presLayoutVars>
      </dgm:prSet>
      <dgm:spPr/>
    </dgm:pt>
    <dgm:pt modelId="{BA8A671D-775F-4044-A82E-6043BEDD80A7}" type="pres">
      <dgm:prSet presAssocID="{DF2F3221-43E5-4C57-B223-17929D6DA8F2}" presName="parentText" presStyleLbl="node1" presStyleIdx="3" presStyleCnt="5">
        <dgm:presLayoutVars>
          <dgm:chMax val="0"/>
          <dgm:bulletEnabled val="1"/>
        </dgm:presLayoutVars>
      </dgm:prSet>
      <dgm:spPr/>
    </dgm:pt>
    <dgm:pt modelId="{D19F7918-F7A0-4F69-B682-D99BB9710370}" type="pres">
      <dgm:prSet presAssocID="{DF2F3221-43E5-4C57-B223-17929D6DA8F2}" presName="childText" presStyleLbl="revTx" presStyleIdx="2" presStyleCnt="4">
        <dgm:presLayoutVars>
          <dgm:bulletEnabled val="1"/>
        </dgm:presLayoutVars>
      </dgm:prSet>
      <dgm:spPr/>
    </dgm:pt>
    <dgm:pt modelId="{C00B9462-3212-4BBA-A433-19DC5C65DA66}" type="pres">
      <dgm:prSet presAssocID="{3EE29EFF-0AB9-4784-81FD-0426695FD021}" presName="parentText" presStyleLbl="node1" presStyleIdx="4" presStyleCnt="5">
        <dgm:presLayoutVars>
          <dgm:chMax val="0"/>
          <dgm:bulletEnabled val="1"/>
        </dgm:presLayoutVars>
      </dgm:prSet>
      <dgm:spPr/>
    </dgm:pt>
    <dgm:pt modelId="{5178831F-9045-4679-B5A4-F8F7C1CEE933}" type="pres">
      <dgm:prSet presAssocID="{3EE29EFF-0AB9-4784-81FD-0426695FD021}" presName="childText" presStyleLbl="revTx" presStyleIdx="3" presStyleCnt="4">
        <dgm:presLayoutVars>
          <dgm:bulletEnabled val="1"/>
        </dgm:presLayoutVars>
      </dgm:prSet>
      <dgm:spPr/>
    </dgm:pt>
  </dgm:ptLst>
  <dgm:cxnLst>
    <dgm:cxn modelId="{BEB2B809-D99D-49DA-93AF-178F81C04AB3}" type="presOf" srcId="{5CD87784-62B6-44C2-8419-2955505320F8}" destId="{FC39FAED-F6EE-455C-9CEB-9C28C7E69DD5}" srcOrd="0" destOrd="0" presId="urn:microsoft.com/office/officeart/2005/8/layout/vList2"/>
    <dgm:cxn modelId="{BD8E7D23-342B-48B7-BD67-63CE46369F74}" type="presOf" srcId="{D186BF98-8111-4C3E-94DC-119407F07D2E}" destId="{6DDC948A-BD8F-4053-9EC1-8746618A8C65}" srcOrd="0" destOrd="0" presId="urn:microsoft.com/office/officeart/2005/8/layout/vList2"/>
    <dgm:cxn modelId="{B4D2C125-8C78-4584-B9D4-9F5C09A852A0}" srcId="{DF2F3221-43E5-4C57-B223-17929D6DA8F2}" destId="{F238DDAB-E2B4-4534-B263-F22A55338424}" srcOrd="0" destOrd="0" parTransId="{9C3DC411-1D5D-44C2-BE5F-397E8051318F}" sibTransId="{3633DDEC-D410-4B87-AF6F-1124537D2758}"/>
    <dgm:cxn modelId="{DEC2E62D-12D1-4A51-845E-AC3F110B525E}" srcId="{726FA02C-57BE-4999-BA1D-A37D49756B92}" destId="{3EE29EFF-0AB9-4784-81FD-0426695FD021}" srcOrd="4" destOrd="0" parTransId="{20887D8B-58EA-473D-ACEF-02FA420EA143}" sibTransId="{553F2981-6375-469C-AFC6-88589E366F4F}"/>
    <dgm:cxn modelId="{B7C78D3B-AF29-496D-A0BB-054E78E6AD4A}" srcId="{5CD87784-62B6-44C2-8419-2955505320F8}" destId="{C951CE72-5677-492C-AF8D-74228F007F10}" srcOrd="0" destOrd="0" parTransId="{1AFE8654-15E9-4DF9-9C3D-8E816AABE636}" sibTransId="{9222BB47-FE17-456E-A893-1420BB7CE38C}"/>
    <dgm:cxn modelId="{A982CD48-5551-4AD4-8544-D5216FBAD420}" type="presOf" srcId="{C951CE72-5677-492C-AF8D-74228F007F10}" destId="{4904B0A8-522C-42F7-BD07-B832F424EB97}" srcOrd="0" destOrd="0" presId="urn:microsoft.com/office/officeart/2005/8/layout/vList2"/>
    <dgm:cxn modelId="{2527DE6E-3158-4B34-9042-AC839B11F33E}" srcId="{726FA02C-57BE-4999-BA1D-A37D49756B92}" destId="{35095EDE-15BD-4309-BB23-8C99A62F0FEC}" srcOrd="0" destOrd="0" parTransId="{DEE267E4-5D5C-4D0E-BB8A-55244458862E}" sibTransId="{C1CBA7F8-4D0F-4337-8D4C-9035A4C3AC11}"/>
    <dgm:cxn modelId="{F824D280-7F42-4D11-B084-258C78E920C6}" type="presOf" srcId="{F238DDAB-E2B4-4534-B263-F22A55338424}" destId="{D19F7918-F7A0-4F69-B682-D99BB9710370}" srcOrd="0" destOrd="0" presId="urn:microsoft.com/office/officeart/2005/8/layout/vList2"/>
    <dgm:cxn modelId="{92C67585-2DE6-414C-BB38-69E5C1063CC6}" srcId="{726FA02C-57BE-4999-BA1D-A37D49756B92}" destId="{D186BF98-8111-4C3E-94DC-119407F07D2E}" srcOrd="2" destOrd="0" parTransId="{6DF1783D-0258-47EA-AF0A-3134322B5118}" sibTransId="{8BFDAE70-DDEE-44D3-83B3-C348802289C5}"/>
    <dgm:cxn modelId="{2A0C1886-AE29-46DC-89D2-B8C8A0C4CD26}" srcId="{5CD87784-62B6-44C2-8419-2955505320F8}" destId="{4C928E3E-EF7D-4675-BFE3-A09849933F29}" srcOrd="1" destOrd="0" parTransId="{142557E0-A569-405D-A0B0-E68FB02B5EAC}" sibTransId="{341327B7-0399-41EE-B5DA-B48793F79942}"/>
    <dgm:cxn modelId="{1B495A87-4FD5-44DE-97E6-958880D1E598}" type="presOf" srcId="{4C5B54CD-B06C-4291-A1FD-CAED84D39D0F}" destId="{74CF08A4-B958-41B1-B269-BB2503068838}" srcOrd="0" destOrd="0" presId="urn:microsoft.com/office/officeart/2005/8/layout/vList2"/>
    <dgm:cxn modelId="{F03876A2-59CC-4170-81C3-91051981FBF1}" type="presOf" srcId="{DF2F3221-43E5-4C57-B223-17929D6DA8F2}" destId="{BA8A671D-775F-4044-A82E-6043BEDD80A7}" srcOrd="0" destOrd="0" presId="urn:microsoft.com/office/officeart/2005/8/layout/vList2"/>
    <dgm:cxn modelId="{16AB1DAD-9A53-4988-A4D1-0F76D92B5C2E}" type="presOf" srcId="{2D84AF37-6888-4E42-B61E-E85F3EE23271}" destId="{5178831F-9045-4679-B5A4-F8F7C1CEE933}" srcOrd="0" destOrd="0" presId="urn:microsoft.com/office/officeart/2005/8/layout/vList2"/>
    <dgm:cxn modelId="{A28C76AD-2354-49F3-A231-072D0E9E50F2}" srcId="{D186BF98-8111-4C3E-94DC-119407F07D2E}" destId="{4C5B54CD-B06C-4291-A1FD-CAED84D39D0F}" srcOrd="0" destOrd="0" parTransId="{F0DCD74B-935F-4786-8A33-878D8208BAAE}" sibTransId="{AEAE952E-4ED7-4396-8E33-7D9C62331065}"/>
    <dgm:cxn modelId="{8D8A33B0-EFF9-4E32-A0FD-E4EB51BB99F9}" srcId="{3EE29EFF-0AB9-4784-81FD-0426695FD021}" destId="{2D84AF37-6888-4E42-B61E-E85F3EE23271}" srcOrd="0" destOrd="0" parTransId="{8FCCA042-9A3C-4E77-8BA2-676C32A85A12}" sibTransId="{83E6B1B4-88FF-445B-AB63-1D0A013975E1}"/>
    <dgm:cxn modelId="{0F1AD3B2-D7D0-4E85-85E5-37259459E2C2}" srcId="{726FA02C-57BE-4999-BA1D-A37D49756B92}" destId="{DF2F3221-43E5-4C57-B223-17929D6DA8F2}" srcOrd="3" destOrd="0" parTransId="{600F6A1F-AEB8-4457-84BD-570F090F55C8}" sibTransId="{A38D5F74-11FA-4A1A-B94A-916E0F4E45D4}"/>
    <dgm:cxn modelId="{D22B4AC4-C4E5-4CC3-9296-D3EEDBE2C8D0}" type="presOf" srcId="{35095EDE-15BD-4309-BB23-8C99A62F0FEC}" destId="{82C60B0B-133C-4C48-B60A-D2B34B75D681}" srcOrd="0" destOrd="0" presId="urn:microsoft.com/office/officeart/2005/8/layout/vList2"/>
    <dgm:cxn modelId="{73B349CF-54AE-466C-8911-884B89AEA9D0}" type="presOf" srcId="{4C928E3E-EF7D-4675-BFE3-A09849933F29}" destId="{4904B0A8-522C-42F7-BD07-B832F424EB97}" srcOrd="0" destOrd="1" presId="urn:microsoft.com/office/officeart/2005/8/layout/vList2"/>
    <dgm:cxn modelId="{45E6B2D4-928B-431F-A1BB-1482308907B9}" srcId="{726FA02C-57BE-4999-BA1D-A37D49756B92}" destId="{5CD87784-62B6-44C2-8419-2955505320F8}" srcOrd="1" destOrd="0" parTransId="{1374109C-A9FF-4112-B08C-3FB61453C506}" sibTransId="{C9C01959-1C8A-478E-8BB7-6D5C5ED36A7F}"/>
    <dgm:cxn modelId="{D0C21EE3-8D58-4B27-AE5A-318CE37C70FD}" type="presOf" srcId="{726FA02C-57BE-4999-BA1D-A37D49756B92}" destId="{06611C8C-5822-4F16-A045-43B7217E6DC8}" srcOrd="0" destOrd="0" presId="urn:microsoft.com/office/officeart/2005/8/layout/vList2"/>
    <dgm:cxn modelId="{8F897FE4-8AAF-4BC1-8DA7-9E0546A36106}" type="presOf" srcId="{3EE29EFF-0AB9-4784-81FD-0426695FD021}" destId="{C00B9462-3212-4BBA-A433-19DC5C65DA66}" srcOrd="0" destOrd="0" presId="urn:microsoft.com/office/officeart/2005/8/layout/vList2"/>
    <dgm:cxn modelId="{0037EF53-03E0-4594-B768-89C96B864300}" type="presParOf" srcId="{06611C8C-5822-4F16-A045-43B7217E6DC8}" destId="{82C60B0B-133C-4C48-B60A-D2B34B75D681}" srcOrd="0" destOrd="0" presId="urn:microsoft.com/office/officeart/2005/8/layout/vList2"/>
    <dgm:cxn modelId="{4F8D0F8F-20E3-4001-BD45-0B6220138C64}" type="presParOf" srcId="{06611C8C-5822-4F16-A045-43B7217E6DC8}" destId="{86FC96B2-CA8F-4311-B250-CBDF7CD3C6F0}" srcOrd="1" destOrd="0" presId="urn:microsoft.com/office/officeart/2005/8/layout/vList2"/>
    <dgm:cxn modelId="{558164A4-B385-4866-B3D7-72D664E1524F}" type="presParOf" srcId="{06611C8C-5822-4F16-A045-43B7217E6DC8}" destId="{FC39FAED-F6EE-455C-9CEB-9C28C7E69DD5}" srcOrd="2" destOrd="0" presId="urn:microsoft.com/office/officeart/2005/8/layout/vList2"/>
    <dgm:cxn modelId="{1F5D3AEB-5440-413B-9563-9AE3D29B1ABE}" type="presParOf" srcId="{06611C8C-5822-4F16-A045-43B7217E6DC8}" destId="{4904B0A8-522C-42F7-BD07-B832F424EB97}" srcOrd="3" destOrd="0" presId="urn:microsoft.com/office/officeart/2005/8/layout/vList2"/>
    <dgm:cxn modelId="{BE0DD5D9-2712-4E1D-AABC-7E3139D906DC}" type="presParOf" srcId="{06611C8C-5822-4F16-A045-43B7217E6DC8}" destId="{6DDC948A-BD8F-4053-9EC1-8746618A8C65}" srcOrd="4" destOrd="0" presId="urn:microsoft.com/office/officeart/2005/8/layout/vList2"/>
    <dgm:cxn modelId="{4EA805D5-2B4B-4DC5-85B5-22CDDAC59E70}" type="presParOf" srcId="{06611C8C-5822-4F16-A045-43B7217E6DC8}" destId="{74CF08A4-B958-41B1-B269-BB2503068838}" srcOrd="5" destOrd="0" presId="urn:microsoft.com/office/officeart/2005/8/layout/vList2"/>
    <dgm:cxn modelId="{440803B5-3D2E-41E3-A33D-8588FBCD0E2D}" type="presParOf" srcId="{06611C8C-5822-4F16-A045-43B7217E6DC8}" destId="{BA8A671D-775F-4044-A82E-6043BEDD80A7}" srcOrd="6" destOrd="0" presId="urn:microsoft.com/office/officeart/2005/8/layout/vList2"/>
    <dgm:cxn modelId="{37DF305C-888E-45DB-A097-F896583C1FC7}" type="presParOf" srcId="{06611C8C-5822-4F16-A045-43B7217E6DC8}" destId="{D19F7918-F7A0-4F69-B682-D99BB9710370}" srcOrd="7" destOrd="0" presId="urn:microsoft.com/office/officeart/2005/8/layout/vList2"/>
    <dgm:cxn modelId="{675DBED3-5C56-441B-B6A6-179D1F419749}" type="presParOf" srcId="{06611C8C-5822-4F16-A045-43B7217E6DC8}" destId="{C00B9462-3212-4BBA-A433-19DC5C65DA66}" srcOrd="8" destOrd="0" presId="urn:microsoft.com/office/officeart/2005/8/layout/vList2"/>
    <dgm:cxn modelId="{206ECD7D-5E76-4D39-98BB-E7E66D3CEEA2}" type="presParOf" srcId="{06611C8C-5822-4F16-A045-43B7217E6DC8}" destId="{5178831F-9045-4679-B5A4-F8F7C1CEE933}"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31C2DF-B173-4B0E-8140-158CE5E4ED6B}">
      <dsp:nvSpPr>
        <dsp:cNvPr id="0" name=""/>
        <dsp:cNvSpPr/>
      </dsp:nvSpPr>
      <dsp:spPr>
        <a:xfrm>
          <a:off x="0" y="2030"/>
          <a:ext cx="10704095"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B1F3343-F5F8-4DA9-B635-D1CA23BF0D32}">
      <dsp:nvSpPr>
        <dsp:cNvPr id="0" name=""/>
        <dsp:cNvSpPr/>
      </dsp:nvSpPr>
      <dsp:spPr>
        <a:xfrm>
          <a:off x="0" y="2030"/>
          <a:ext cx="2140819" cy="4154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baseline="0">
            <a:solidFill>
              <a:schemeClr val="tx2"/>
            </a:solidFill>
          </a:endParaRPr>
        </a:p>
      </dsp:txBody>
      <dsp:txXfrm>
        <a:off x="0" y="2030"/>
        <a:ext cx="2140819" cy="4154788"/>
      </dsp:txXfrm>
    </dsp:sp>
    <dsp:sp modelId="{9E4F1B47-7768-4BF8-B160-429464D4BC42}">
      <dsp:nvSpPr>
        <dsp:cNvPr id="0" name=""/>
        <dsp:cNvSpPr/>
      </dsp:nvSpPr>
      <dsp:spPr>
        <a:xfrm>
          <a:off x="2301380" y="30077"/>
          <a:ext cx="8402714" cy="5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baseline="0">
              <a:solidFill>
                <a:schemeClr val="tx2"/>
              </a:solidFill>
            </a:rPr>
            <a:t>Key Issues</a:t>
          </a:r>
        </a:p>
      </dsp:txBody>
      <dsp:txXfrm>
        <a:off x="2301380" y="30077"/>
        <a:ext cx="8402714" cy="560937"/>
      </dsp:txXfrm>
    </dsp:sp>
    <dsp:sp modelId="{1B2FC538-1380-46F1-BF04-69F956748948}">
      <dsp:nvSpPr>
        <dsp:cNvPr id="0" name=""/>
        <dsp:cNvSpPr/>
      </dsp:nvSpPr>
      <dsp:spPr>
        <a:xfrm>
          <a:off x="2140818" y="591014"/>
          <a:ext cx="8563276"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35FDDB5-BEEA-48EF-93FC-E7E8A81DCDAD}">
      <dsp:nvSpPr>
        <dsp:cNvPr id="0" name=""/>
        <dsp:cNvSpPr/>
      </dsp:nvSpPr>
      <dsp:spPr>
        <a:xfrm>
          <a:off x="2301380" y="619061"/>
          <a:ext cx="8402714" cy="5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baseline="0">
              <a:solidFill>
                <a:schemeClr val="tx2"/>
              </a:solidFill>
            </a:rPr>
            <a:t>Data Complexity: Loan and customer data is scattered across different platforms.</a:t>
          </a:r>
        </a:p>
      </dsp:txBody>
      <dsp:txXfrm>
        <a:off x="2301380" y="619061"/>
        <a:ext cx="8402714" cy="560937"/>
      </dsp:txXfrm>
    </dsp:sp>
    <dsp:sp modelId="{C2DC72C5-D65C-43F2-8836-2639A4816B1D}">
      <dsp:nvSpPr>
        <dsp:cNvPr id="0" name=""/>
        <dsp:cNvSpPr/>
      </dsp:nvSpPr>
      <dsp:spPr>
        <a:xfrm>
          <a:off x="2140818" y="1179998"/>
          <a:ext cx="8563276"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54FE9828-F29E-432F-803E-0EE00207D685}">
      <dsp:nvSpPr>
        <dsp:cNvPr id="0" name=""/>
        <dsp:cNvSpPr/>
      </dsp:nvSpPr>
      <dsp:spPr>
        <a:xfrm>
          <a:off x="2301380" y="1208045"/>
          <a:ext cx="8402714" cy="5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baseline="0">
              <a:solidFill>
                <a:schemeClr val="tx2"/>
              </a:solidFill>
            </a:rPr>
            <a:t>Lack of Insights: The absence of real-time analytics makes it difficult for making decisions​.</a:t>
          </a:r>
        </a:p>
      </dsp:txBody>
      <dsp:txXfrm>
        <a:off x="2301380" y="1208045"/>
        <a:ext cx="8402714" cy="560937"/>
      </dsp:txXfrm>
    </dsp:sp>
    <dsp:sp modelId="{8B3A16A5-647A-485F-A66C-0C2D1B98E2B0}">
      <dsp:nvSpPr>
        <dsp:cNvPr id="0" name=""/>
        <dsp:cNvSpPr/>
      </dsp:nvSpPr>
      <dsp:spPr>
        <a:xfrm>
          <a:off x="2140818" y="1768982"/>
          <a:ext cx="8563276"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6AC622E-CAD0-469D-8376-C0D3622CA3BA}">
      <dsp:nvSpPr>
        <dsp:cNvPr id="0" name=""/>
        <dsp:cNvSpPr/>
      </dsp:nvSpPr>
      <dsp:spPr>
        <a:xfrm>
          <a:off x="2301380" y="1797029"/>
          <a:ext cx="8402714" cy="5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baseline="0">
              <a:solidFill>
                <a:schemeClr val="tx2"/>
              </a:solidFill>
            </a:rPr>
            <a:t>Manual Processes: ETL flows and data aggregation tasks are slow.</a:t>
          </a:r>
        </a:p>
      </dsp:txBody>
      <dsp:txXfrm>
        <a:off x="2301380" y="1797029"/>
        <a:ext cx="8402714" cy="560937"/>
      </dsp:txXfrm>
    </dsp:sp>
    <dsp:sp modelId="{B581C678-AB76-419E-8CAB-827F16462BF2}">
      <dsp:nvSpPr>
        <dsp:cNvPr id="0" name=""/>
        <dsp:cNvSpPr/>
      </dsp:nvSpPr>
      <dsp:spPr>
        <a:xfrm>
          <a:off x="2140818" y="2357966"/>
          <a:ext cx="8563276"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421C79ED-04F0-4C00-BF08-BED675E8B310}">
      <dsp:nvSpPr>
        <dsp:cNvPr id="0" name=""/>
        <dsp:cNvSpPr/>
      </dsp:nvSpPr>
      <dsp:spPr>
        <a:xfrm>
          <a:off x="2301380" y="2386013"/>
          <a:ext cx="8402714" cy="5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baseline="0">
              <a:solidFill>
                <a:schemeClr val="tx2"/>
              </a:solidFill>
            </a:rPr>
            <a:t>Data Security: Personally identifiable and financial information lacks control over data.</a:t>
          </a:r>
        </a:p>
      </dsp:txBody>
      <dsp:txXfrm>
        <a:off x="2301380" y="2386013"/>
        <a:ext cx="8402714" cy="560937"/>
      </dsp:txXfrm>
    </dsp:sp>
    <dsp:sp modelId="{D7BBD938-4A56-47AF-84A5-8F0C03A487CE}">
      <dsp:nvSpPr>
        <dsp:cNvPr id="0" name=""/>
        <dsp:cNvSpPr/>
      </dsp:nvSpPr>
      <dsp:spPr>
        <a:xfrm>
          <a:off x="2140818" y="2946950"/>
          <a:ext cx="8563276"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8EC13A34-4169-4E57-86EA-BD19B079BACB}">
      <dsp:nvSpPr>
        <dsp:cNvPr id="0" name=""/>
        <dsp:cNvSpPr/>
      </dsp:nvSpPr>
      <dsp:spPr>
        <a:xfrm>
          <a:off x="2301380" y="2974996"/>
          <a:ext cx="8402714" cy="5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baseline="0">
              <a:solidFill>
                <a:schemeClr val="tx2"/>
              </a:solidFill>
            </a:rPr>
            <a:t>User Accessibility: Lack intuitive dashboards &amp; BI capabilities for exploring portfolio data​.</a:t>
          </a:r>
        </a:p>
      </dsp:txBody>
      <dsp:txXfrm>
        <a:off x="2301380" y="2974996"/>
        <a:ext cx="8402714" cy="560937"/>
      </dsp:txXfrm>
    </dsp:sp>
    <dsp:sp modelId="{214EBBEC-9D2E-4E40-946C-947AED37E1AF}">
      <dsp:nvSpPr>
        <dsp:cNvPr id="0" name=""/>
        <dsp:cNvSpPr/>
      </dsp:nvSpPr>
      <dsp:spPr>
        <a:xfrm>
          <a:off x="2140818" y="3535934"/>
          <a:ext cx="8563276"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E8125ADE-3EEA-41B3-A196-AAD8F4781C7A}">
      <dsp:nvSpPr>
        <dsp:cNvPr id="0" name=""/>
        <dsp:cNvSpPr/>
      </dsp:nvSpPr>
      <dsp:spPr>
        <a:xfrm>
          <a:off x="2301380" y="3563980"/>
          <a:ext cx="8314318" cy="5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baseline="0">
              <a:solidFill>
                <a:schemeClr val="tx2"/>
              </a:solidFill>
            </a:rPr>
            <a:t>Scalability Issues: No automated or scalable data pipelines to handle growing transaction volumes.</a:t>
          </a:r>
        </a:p>
      </dsp:txBody>
      <dsp:txXfrm>
        <a:off x="2301380" y="3563980"/>
        <a:ext cx="8314318" cy="560937"/>
      </dsp:txXfrm>
    </dsp:sp>
    <dsp:sp modelId="{AAA31D9D-D9AD-48BB-96D3-FC14D508DB12}">
      <dsp:nvSpPr>
        <dsp:cNvPr id="0" name=""/>
        <dsp:cNvSpPr/>
      </dsp:nvSpPr>
      <dsp:spPr>
        <a:xfrm>
          <a:off x="2140818" y="4124917"/>
          <a:ext cx="8563276"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7FE67-CC65-4223-9E03-A485A69962E1}">
      <dsp:nvSpPr>
        <dsp:cNvPr id="0" name=""/>
        <dsp:cNvSpPr/>
      </dsp:nvSpPr>
      <dsp:spPr>
        <a:xfrm>
          <a:off x="0" y="1407"/>
          <a:ext cx="111252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1E8621-AD98-4569-95FF-742F9FAFF8FA}">
      <dsp:nvSpPr>
        <dsp:cNvPr id="0" name=""/>
        <dsp:cNvSpPr/>
      </dsp:nvSpPr>
      <dsp:spPr>
        <a:xfrm>
          <a:off x="181438" y="136361"/>
          <a:ext cx="329887" cy="3298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4F0831-F498-4A52-96BD-6A756AAD71FC}">
      <dsp:nvSpPr>
        <dsp:cNvPr id="0" name=""/>
        <dsp:cNvSpPr/>
      </dsp:nvSpPr>
      <dsp:spPr>
        <a:xfrm>
          <a:off x="692764" y="1407"/>
          <a:ext cx="104324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baseline="0"/>
            <a:t>Centralize diverse banking data into a robust cloud warehouse.</a:t>
          </a:r>
        </a:p>
      </dsp:txBody>
      <dsp:txXfrm>
        <a:off x="692764" y="1407"/>
        <a:ext cx="10432435" cy="599796"/>
      </dsp:txXfrm>
    </dsp:sp>
    <dsp:sp modelId="{A4EE131F-CD6A-4409-AD59-CE26620AEADC}">
      <dsp:nvSpPr>
        <dsp:cNvPr id="0" name=""/>
        <dsp:cNvSpPr/>
      </dsp:nvSpPr>
      <dsp:spPr>
        <a:xfrm>
          <a:off x="0" y="751152"/>
          <a:ext cx="111252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56EF8D-0768-4960-9CAC-58714BDE3977}">
      <dsp:nvSpPr>
        <dsp:cNvPr id="0" name=""/>
        <dsp:cNvSpPr/>
      </dsp:nvSpPr>
      <dsp:spPr>
        <a:xfrm>
          <a:off x="181438" y="886107"/>
          <a:ext cx="329887" cy="3298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36263B-A9EE-40AD-9AC6-992FF1DF3A11}">
      <dsp:nvSpPr>
        <dsp:cNvPr id="0" name=""/>
        <dsp:cNvSpPr/>
      </dsp:nvSpPr>
      <dsp:spPr>
        <a:xfrm>
          <a:off x="692764" y="751152"/>
          <a:ext cx="104324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baseline="0"/>
            <a:t>Automate ETL pipelines for real-time, reliable data integration.</a:t>
          </a:r>
        </a:p>
      </dsp:txBody>
      <dsp:txXfrm>
        <a:off x="692764" y="751152"/>
        <a:ext cx="10432435" cy="599796"/>
      </dsp:txXfrm>
    </dsp:sp>
    <dsp:sp modelId="{D5C763C2-458E-4856-A16E-6FC4D7856191}">
      <dsp:nvSpPr>
        <dsp:cNvPr id="0" name=""/>
        <dsp:cNvSpPr/>
      </dsp:nvSpPr>
      <dsp:spPr>
        <a:xfrm>
          <a:off x="0" y="1500898"/>
          <a:ext cx="111252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13600F-14FF-450F-B0B2-AEAB54E6B836}">
      <dsp:nvSpPr>
        <dsp:cNvPr id="0" name=""/>
        <dsp:cNvSpPr/>
      </dsp:nvSpPr>
      <dsp:spPr>
        <a:xfrm>
          <a:off x="181438" y="1635852"/>
          <a:ext cx="329887" cy="3298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9A3CF4-29C3-4933-B47D-A769FBD95002}">
      <dsp:nvSpPr>
        <dsp:cNvPr id="0" name=""/>
        <dsp:cNvSpPr/>
      </dsp:nvSpPr>
      <dsp:spPr>
        <a:xfrm>
          <a:off x="692764" y="1500898"/>
          <a:ext cx="104324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baseline="0"/>
            <a:t>Develop credit risk scoring and segmentation.</a:t>
          </a:r>
        </a:p>
      </dsp:txBody>
      <dsp:txXfrm>
        <a:off x="692764" y="1500898"/>
        <a:ext cx="10432435" cy="599796"/>
      </dsp:txXfrm>
    </dsp:sp>
    <dsp:sp modelId="{91571525-06D1-41D2-962D-1801225BA870}">
      <dsp:nvSpPr>
        <dsp:cNvPr id="0" name=""/>
        <dsp:cNvSpPr/>
      </dsp:nvSpPr>
      <dsp:spPr>
        <a:xfrm>
          <a:off x="0" y="2250643"/>
          <a:ext cx="111252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9EE5E7-8DFB-4E9F-8A1D-09170DCFC2A0}">
      <dsp:nvSpPr>
        <dsp:cNvPr id="0" name=""/>
        <dsp:cNvSpPr/>
      </dsp:nvSpPr>
      <dsp:spPr>
        <a:xfrm>
          <a:off x="181438" y="2385597"/>
          <a:ext cx="329887" cy="3298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903E44-A94D-4306-BD4A-90774E9B7D56}">
      <dsp:nvSpPr>
        <dsp:cNvPr id="0" name=""/>
        <dsp:cNvSpPr/>
      </dsp:nvSpPr>
      <dsp:spPr>
        <a:xfrm>
          <a:off x="692764" y="2250643"/>
          <a:ext cx="104324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baseline="0"/>
            <a:t>Deliver dynamic Tableau dashboards for stakeholder insights.</a:t>
          </a:r>
        </a:p>
      </dsp:txBody>
      <dsp:txXfrm>
        <a:off x="692764" y="2250643"/>
        <a:ext cx="10432435" cy="599796"/>
      </dsp:txXfrm>
    </dsp:sp>
    <dsp:sp modelId="{95B61EB0-597B-4DE4-814A-69BF2787F5F7}">
      <dsp:nvSpPr>
        <dsp:cNvPr id="0" name=""/>
        <dsp:cNvSpPr/>
      </dsp:nvSpPr>
      <dsp:spPr>
        <a:xfrm>
          <a:off x="0" y="3000388"/>
          <a:ext cx="111252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E649D7-B89C-44DF-BA5D-99EF748C190B}">
      <dsp:nvSpPr>
        <dsp:cNvPr id="0" name=""/>
        <dsp:cNvSpPr/>
      </dsp:nvSpPr>
      <dsp:spPr>
        <a:xfrm>
          <a:off x="181438" y="3135342"/>
          <a:ext cx="329887" cy="32988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2BE5ED-C554-4FBF-AD61-A9FCB6B929F1}">
      <dsp:nvSpPr>
        <dsp:cNvPr id="0" name=""/>
        <dsp:cNvSpPr/>
      </dsp:nvSpPr>
      <dsp:spPr>
        <a:xfrm>
          <a:off x="692764" y="3000388"/>
          <a:ext cx="104324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baseline="0"/>
            <a:t>Enhance data security and compliance with masking and audit controls.</a:t>
          </a:r>
        </a:p>
      </dsp:txBody>
      <dsp:txXfrm>
        <a:off x="692764" y="3000388"/>
        <a:ext cx="10432435" cy="599796"/>
      </dsp:txXfrm>
    </dsp:sp>
    <dsp:sp modelId="{EF5F4423-B2C7-4DF3-8364-E04E5128F6D9}">
      <dsp:nvSpPr>
        <dsp:cNvPr id="0" name=""/>
        <dsp:cNvSpPr/>
      </dsp:nvSpPr>
      <dsp:spPr>
        <a:xfrm>
          <a:off x="0" y="3750134"/>
          <a:ext cx="111252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179EA3-4C17-42B6-9343-FA880B44F59E}">
      <dsp:nvSpPr>
        <dsp:cNvPr id="0" name=""/>
        <dsp:cNvSpPr/>
      </dsp:nvSpPr>
      <dsp:spPr>
        <a:xfrm>
          <a:off x="181438" y="3885088"/>
          <a:ext cx="329887" cy="32988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6051C4-A59B-4DC5-A1B4-7BEA84031D07}">
      <dsp:nvSpPr>
        <dsp:cNvPr id="0" name=""/>
        <dsp:cNvSpPr/>
      </dsp:nvSpPr>
      <dsp:spPr>
        <a:xfrm>
          <a:off x="692764" y="3750134"/>
          <a:ext cx="104324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baseline="0"/>
            <a:t>Build scalable, future-ready analytics architecture.</a:t>
          </a:r>
        </a:p>
      </dsp:txBody>
      <dsp:txXfrm>
        <a:off x="692764" y="3750134"/>
        <a:ext cx="10432435" cy="5997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EEA2AF-4CA1-45E6-B017-5D4DA08CBE65}">
      <dsp:nvSpPr>
        <dsp:cNvPr id="0" name=""/>
        <dsp:cNvSpPr/>
      </dsp:nvSpPr>
      <dsp:spPr>
        <a:xfrm>
          <a:off x="7455" y="672015"/>
          <a:ext cx="859359" cy="8593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32A79A-E791-43AA-AD8E-2EAFBAFA64A8}">
      <dsp:nvSpPr>
        <dsp:cNvPr id="0" name=""/>
        <dsp:cNvSpPr/>
      </dsp:nvSpPr>
      <dsp:spPr>
        <a:xfrm>
          <a:off x="7455" y="1660688"/>
          <a:ext cx="2455312" cy="368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Data Volume</a:t>
          </a:r>
        </a:p>
      </dsp:txBody>
      <dsp:txXfrm>
        <a:off x="7455" y="1660688"/>
        <a:ext cx="2455312" cy="368296"/>
      </dsp:txXfrm>
    </dsp:sp>
    <dsp:sp modelId="{7F466EF7-1217-4022-A713-65CB1E2F170D}">
      <dsp:nvSpPr>
        <dsp:cNvPr id="0" name=""/>
        <dsp:cNvSpPr/>
      </dsp:nvSpPr>
      <dsp:spPr>
        <a:xfrm>
          <a:off x="7455" y="2089131"/>
          <a:ext cx="2455312" cy="15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Database includes </a:t>
          </a:r>
          <a:r>
            <a:rPr lang="en-US" sz="1700" kern="1200">
              <a:latin typeface="Frutiger 45 bold"/>
            </a:rPr>
            <a:t>large volume of loan banking </a:t>
          </a:r>
          <a:r>
            <a:rPr lang="en-US" sz="1700" b="0" kern="1200">
              <a:latin typeface="Frutiger 45 bold"/>
            </a:rPr>
            <a:t>data</a:t>
          </a:r>
          <a:r>
            <a:rPr lang="en-US" sz="1700" b="0" kern="1200"/>
            <a:t>, covering several banking products and segments.​</a:t>
          </a:r>
          <a:endParaRPr lang="en-US" sz="1700" kern="1200">
            <a:latin typeface="Frutiger 45 bold"/>
          </a:endParaRPr>
        </a:p>
      </dsp:txBody>
      <dsp:txXfrm>
        <a:off x="7455" y="2089131"/>
        <a:ext cx="2455312" cy="1590190"/>
      </dsp:txXfrm>
    </dsp:sp>
    <dsp:sp modelId="{EA0741D6-1DA8-4DD3-AB65-0F09E7FC1630}">
      <dsp:nvSpPr>
        <dsp:cNvPr id="0" name=""/>
        <dsp:cNvSpPr/>
      </dsp:nvSpPr>
      <dsp:spPr>
        <a:xfrm>
          <a:off x="2892447" y="672015"/>
          <a:ext cx="859359" cy="8593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2A0403-C848-4309-9D79-56047A50AFA8}">
      <dsp:nvSpPr>
        <dsp:cNvPr id="0" name=""/>
        <dsp:cNvSpPr/>
      </dsp:nvSpPr>
      <dsp:spPr>
        <a:xfrm>
          <a:off x="2892447" y="1660688"/>
          <a:ext cx="2455312" cy="368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Portfolio Insights</a:t>
          </a:r>
        </a:p>
      </dsp:txBody>
      <dsp:txXfrm>
        <a:off x="2892447" y="1660688"/>
        <a:ext cx="2455312" cy="368296"/>
      </dsp:txXfrm>
    </dsp:sp>
    <dsp:sp modelId="{FE34699A-6B5C-44DC-9AE2-6169189BD90E}">
      <dsp:nvSpPr>
        <dsp:cNvPr id="0" name=""/>
        <dsp:cNvSpPr/>
      </dsp:nvSpPr>
      <dsp:spPr>
        <a:xfrm>
          <a:off x="2892447" y="2089131"/>
          <a:ext cx="2455312" cy="15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Provides origination amounts, interest rates (APR), risk ratings, tenure months, and detailed product-level attributes for rich credit analytics.</a:t>
          </a:r>
        </a:p>
      </dsp:txBody>
      <dsp:txXfrm>
        <a:off x="2892447" y="2089131"/>
        <a:ext cx="2455312" cy="1590190"/>
      </dsp:txXfrm>
    </dsp:sp>
    <dsp:sp modelId="{FE8523B3-7F63-4F0D-8064-0376876F9437}">
      <dsp:nvSpPr>
        <dsp:cNvPr id="0" name=""/>
        <dsp:cNvSpPr/>
      </dsp:nvSpPr>
      <dsp:spPr>
        <a:xfrm>
          <a:off x="5777439" y="672015"/>
          <a:ext cx="859359" cy="8593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FF017A-B6D5-48BB-9E6D-F3B5C2EE6770}">
      <dsp:nvSpPr>
        <dsp:cNvPr id="0" name=""/>
        <dsp:cNvSpPr/>
      </dsp:nvSpPr>
      <dsp:spPr>
        <a:xfrm>
          <a:off x="5777439" y="1660688"/>
          <a:ext cx="2455312" cy="368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Customer Coverage</a:t>
          </a:r>
        </a:p>
      </dsp:txBody>
      <dsp:txXfrm>
        <a:off x="5777439" y="1660688"/>
        <a:ext cx="2455312" cy="368296"/>
      </dsp:txXfrm>
    </dsp:sp>
    <dsp:sp modelId="{EB00FBC1-CB5B-4E5B-8209-6F0254C812F3}">
      <dsp:nvSpPr>
        <dsp:cNvPr id="0" name=""/>
        <dsp:cNvSpPr/>
      </dsp:nvSpPr>
      <dsp:spPr>
        <a:xfrm>
          <a:off x="5777439" y="2089131"/>
          <a:ext cx="2455312" cy="15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Customers from diverse regions, including detailed demographics and complete loan repayment histories.</a:t>
          </a:r>
        </a:p>
      </dsp:txBody>
      <dsp:txXfrm>
        <a:off x="5777439" y="2089131"/>
        <a:ext cx="2455312" cy="1590190"/>
      </dsp:txXfrm>
    </dsp:sp>
    <dsp:sp modelId="{EDDCC8D5-A239-4755-94D5-5940DE88CE54}">
      <dsp:nvSpPr>
        <dsp:cNvPr id="0" name=""/>
        <dsp:cNvSpPr/>
      </dsp:nvSpPr>
      <dsp:spPr>
        <a:xfrm>
          <a:off x="8662432" y="672015"/>
          <a:ext cx="859359" cy="8593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6F6967-FF8D-4229-BB56-607FEFDFF3A6}">
      <dsp:nvSpPr>
        <dsp:cNvPr id="0" name=""/>
        <dsp:cNvSpPr/>
      </dsp:nvSpPr>
      <dsp:spPr>
        <a:xfrm>
          <a:off x="8662432" y="1660688"/>
          <a:ext cx="2455312" cy="368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Product Coverage</a:t>
          </a:r>
        </a:p>
      </dsp:txBody>
      <dsp:txXfrm>
        <a:off x="8662432" y="1660688"/>
        <a:ext cx="2455312" cy="368296"/>
      </dsp:txXfrm>
    </dsp:sp>
    <dsp:sp modelId="{055D3099-6DDA-4D49-9C73-34DC11452601}">
      <dsp:nvSpPr>
        <dsp:cNvPr id="0" name=""/>
        <dsp:cNvSpPr/>
      </dsp:nvSpPr>
      <dsp:spPr>
        <a:xfrm>
          <a:off x="8662432" y="2089131"/>
          <a:ext cx="2455312" cy="15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Tracks the full loan lifecycle for all core banking offerings, allowing tenure estimation and risk segmentation for product-level analysis.</a:t>
          </a:r>
        </a:p>
      </dsp:txBody>
      <dsp:txXfrm>
        <a:off x="8662432" y="2089131"/>
        <a:ext cx="2455312" cy="15901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D53F2F-F9DB-45AC-AAEC-130872587A9E}">
      <dsp:nvSpPr>
        <dsp:cNvPr id="0" name=""/>
        <dsp:cNvSpPr/>
      </dsp:nvSpPr>
      <dsp:spPr>
        <a:xfrm>
          <a:off x="0" y="242906"/>
          <a:ext cx="11446041"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8340" tIns="249936" rIns="888340" bIns="120904" numCol="1" spcCol="1270" anchor="t" anchorCtr="0">
          <a:noAutofit/>
        </a:bodyPr>
        <a:lstStyle/>
        <a:p>
          <a:pPr marL="171450" lvl="1" indent="-171450" algn="l" defTabSz="733425">
            <a:lnSpc>
              <a:spcPct val="90000"/>
            </a:lnSpc>
            <a:spcBef>
              <a:spcPct val="0"/>
            </a:spcBef>
            <a:spcAft>
              <a:spcPct val="15000"/>
            </a:spcAft>
            <a:buChar char="•"/>
          </a:pPr>
          <a:r>
            <a:rPr lang="en-US" sz="1650" kern="1200" baseline="0"/>
            <a:t>Stores details of bank customers including demographics and contact</a:t>
          </a:r>
        </a:p>
      </dsp:txBody>
      <dsp:txXfrm>
        <a:off x="0" y="242906"/>
        <a:ext cx="11446041" cy="604800"/>
      </dsp:txXfrm>
    </dsp:sp>
    <dsp:sp modelId="{DB46F4A8-3DC8-49B3-BB9D-36BB4B77CD02}">
      <dsp:nvSpPr>
        <dsp:cNvPr id="0" name=""/>
        <dsp:cNvSpPr/>
      </dsp:nvSpPr>
      <dsp:spPr>
        <a:xfrm>
          <a:off x="572302" y="65786"/>
          <a:ext cx="8012228"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843" tIns="0" rIns="302843" bIns="0" numCol="1" spcCol="1270" anchor="ctr" anchorCtr="0">
          <a:noAutofit/>
        </a:bodyPr>
        <a:lstStyle/>
        <a:p>
          <a:pPr marL="0" lvl="0" indent="0" algn="l" defTabSz="733425">
            <a:lnSpc>
              <a:spcPct val="90000"/>
            </a:lnSpc>
            <a:spcBef>
              <a:spcPct val="0"/>
            </a:spcBef>
            <a:spcAft>
              <a:spcPct val="35000"/>
            </a:spcAft>
            <a:buNone/>
          </a:pPr>
          <a:r>
            <a:rPr lang="en-US" sz="1650" kern="1200" baseline="0"/>
            <a:t>customer_master:	</a:t>
          </a:r>
        </a:p>
      </dsp:txBody>
      <dsp:txXfrm>
        <a:off x="589595" y="83079"/>
        <a:ext cx="7977642" cy="319654"/>
      </dsp:txXfrm>
    </dsp:sp>
    <dsp:sp modelId="{59C293FA-D6E7-4CC0-90C0-6F158415B9B9}">
      <dsp:nvSpPr>
        <dsp:cNvPr id="0" name=""/>
        <dsp:cNvSpPr/>
      </dsp:nvSpPr>
      <dsp:spPr>
        <a:xfrm>
          <a:off x="0" y="1089626"/>
          <a:ext cx="11446041"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8340" tIns="249936" rIns="888340" bIns="120904" numCol="1" spcCol="1270" anchor="t" anchorCtr="0">
          <a:noAutofit/>
        </a:bodyPr>
        <a:lstStyle/>
        <a:p>
          <a:pPr marL="171450" lvl="1" indent="-171450" algn="l" defTabSz="733425">
            <a:lnSpc>
              <a:spcPct val="90000"/>
            </a:lnSpc>
            <a:spcBef>
              <a:spcPct val="0"/>
            </a:spcBef>
            <a:spcAft>
              <a:spcPct val="15000"/>
            </a:spcAft>
            <a:buChar char="•"/>
          </a:pPr>
          <a:r>
            <a:rPr lang="en-US" sz="1650" kern="1200" baseline="0"/>
            <a:t>Captures all loan account data for each customer</a:t>
          </a:r>
        </a:p>
      </dsp:txBody>
      <dsp:txXfrm>
        <a:off x="0" y="1089626"/>
        <a:ext cx="11446041" cy="604800"/>
      </dsp:txXfrm>
    </dsp:sp>
    <dsp:sp modelId="{39492A5E-6F4F-4B07-97AB-DFC168CED20C}">
      <dsp:nvSpPr>
        <dsp:cNvPr id="0" name=""/>
        <dsp:cNvSpPr/>
      </dsp:nvSpPr>
      <dsp:spPr>
        <a:xfrm>
          <a:off x="572302" y="912506"/>
          <a:ext cx="8012228"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843" tIns="0" rIns="302843" bIns="0" numCol="1" spcCol="1270" anchor="ctr" anchorCtr="0">
          <a:noAutofit/>
        </a:bodyPr>
        <a:lstStyle/>
        <a:p>
          <a:pPr marL="0" lvl="0" indent="0" algn="l" defTabSz="733425">
            <a:lnSpc>
              <a:spcPct val="90000"/>
            </a:lnSpc>
            <a:spcBef>
              <a:spcPct val="0"/>
            </a:spcBef>
            <a:spcAft>
              <a:spcPct val="35000"/>
            </a:spcAft>
            <a:buNone/>
          </a:pPr>
          <a:r>
            <a:rPr lang="en-US" sz="1650" kern="1200" baseline="0" err="1"/>
            <a:t>loan_account</a:t>
          </a:r>
          <a:r>
            <a:rPr lang="en-US" sz="1650" kern="1200" baseline="0"/>
            <a:t>: </a:t>
          </a:r>
        </a:p>
      </dsp:txBody>
      <dsp:txXfrm>
        <a:off x="589595" y="929799"/>
        <a:ext cx="7977642" cy="319654"/>
      </dsp:txXfrm>
    </dsp:sp>
    <dsp:sp modelId="{CEF3225D-418D-4E67-B4D8-E749A34A08A7}">
      <dsp:nvSpPr>
        <dsp:cNvPr id="0" name=""/>
        <dsp:cNvSpPr/>
      </dsp:nvSpPr>
      <dsp:spPr>
        <a:xfrm>
          <a:off x="0" y="1936346"/>
          <a:ext cx="11446041"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8340" tIns="249936" rIns="888340" bIns="120904" numCol="1" spcCol="1270" anchor="t" anchorCtr="0">
          <a:noAutofit/>
        </a:bodyPr>
        <a:lstStyle/>
        <a:p>
          <a:pPr marL="171450" lvl="1" indent="-171450" algn="l" defTabSz="733425">
            <a:lnSpc>
              <a:spcPct val="90000"/>
            </a:lnSpc>
            <a:spcBef>
              <a:spcPct val="0"/>
            </a:spcBef>
            <a:spcAft>
              <a:spcPct val="15000"/>
            </a:spcAft>
            <a:buChar char="•"/>
          </a:pPr>
          <a:r>
            <a:rPr lang="en-US" sz="1650" kern="1200" baseline="0"/>
            <a:t>Registers collateral assets linked to loan accounts</a:t>
          </a:r>
        </a:p>
      </dsp:txBody>
      <dsp:txXfrm>
        <a:off x="0" y="1936346"/>
        <a:ext cx="11446041" cy="604800"/>
      </dsp:txXfrm>
    </dsp:sp>
    <dsp:sp modelId="{EDB230C4-71C1-443F-8BE3-19722D04E854}">
      <dsp:nvSpPr>
        <dsp:cNvPr id="0" name=""/>
        <dsp:cNvSpPr/>
      </dsp:nvSpPr>
      <dsp:spPr>
        <a:xfrm>
          <a:off x="572302" y="1759226"/>
          <a:ext cx="8012228"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843" tIns="0" rIns="302843" bIns="0" numCol="1" spcCol="1270" anchor="ctr" anchorCtr="0">
          <a:noAutofit/>
        </a:bodyPr>
        <a:lstStyle/>
        <a:p>
          <a:pPr marL="0" lvl="0" indent="0" algn="l" defTabSz="733425">
            <a:lnSpc>
              <a:spcPct val="90000"/>
            </a:lnSpc>
            <a:spcBef>
              <a:spcPct val="0"/>
            </a:spcBef>
            <a:spcAft>
              <a:spcPct val="35000"/>
            </a:spcAft>
            <a:buNone/>
          </a:pPr>
          <a:r>
            <a:rPr lang="en-US" sz="1650" kern="1200" baseline="0"/>
            <a:t>collater_register: </a:t>
          </a:r>
        </a:p>
      </dsp:txBody>
      <dsp:txXfrm>
        <a:off x="589595" y="1776519"/>
        <a:ext cx="7977642" cy="319654"/>
      </dsp:txXfrm>
    </dsp:sp>
    <dsp:sp modelId="{B3D0172D-C457-44E4-912B-CB913470FF27}">
      <dsp:nvSpPr>
        <dsp:cNvPr id="0" name=""/>
        <dsp:cNvSpPr/>
      </dsp:nvSpPr>
      <dsp:spPr>
        <a:xfrm>
          <a:off x="0" y="2783066"/>
          <a:ext cx="11446041"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8340" tIns="249936" rIns="888340" bIns="120904" numCol="1" spcCol="1270" anchor="t" anchorCtr="0">
          <a:noAutofit/>
        </a:bodyPr>
        <a:lstStyle/>
        <a:p>
          <a:pPr marL="171450" lvl="1" indent="-171450" algn="l" defTabSz="733425">
            <a:lnSpc>
              <a:spcPct val="90000"/>
            </a:lnSpc>
            <a:spcBef>
              <a:spcPct val="0"/>
            </a:spcBef>
            <a:spcAft>
              <a:spcPct val="15000"/>
            </a:spcAft>
            <a:buChar char="•"/>
          </a:pPr>
          <a:r>
            <a:rPr lang="en-US" sz="1650" kern="1200" baseline="0"/>
            <a:t>Maintains geographic region hierarchy for branch/customer mapping</a:t>
          </a:r>
        </a:p>
      </dsp:txBody>
      <dsp:txXfrm>
        <a:off x="0" y="2783066"/>
        <a:ext cx="11446041" cy="604800"/>
      </dsp:txXfrm>
    </dsp:sp>
    <dsp:sp modelId="{241F54CB-F95D-441E-AB71-F86928A84814}">
      <dsp:nvSpPr>
        <dsp:cNvPr id="0" name=""/>
        <dsp:cNvSpPr/>
      </dsp:nvSpPr>
      <dsp:spPr>
        <a:xfrm>
          <a:off x="572302" y="2605946"/>
          <a:ext cx="8012228"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843" tIns="0" rIns="302843" bIns="0" numCol="1" spcCol="1270" anchor="ctr" anchorCtr="0">
          <a:noAutofit/>
        </a:bodyPr>
        <a:lstStyle/>
        <a:p>
          <a:pPr marL="0" lvl="0" indent="0" algn="l" defTabSz="733425">
            <a:lnSpc>
              <a:spcPct val="90000"/>
            </a:lnSpc>
            <a:spcBef>
              <a:spcPct val="0"/>
            </a:spcBef>
            <a:spcAft>
              <a:spcPct val="35000"/>
            </a:spcAft>
            <a:buNone/>
          </a:pPr>
          <a:r>
            <a:rPr lang="en-US" sz="1650" kern="1200" baseline="0" err="1"/>
            <a:t>region_heriracy</a:t>
          </a:r>
          <a:r>
            <a:rPr lang="en-US" sz="1650" kern="1200" baseline="0"/>
            <a:t>:</a:t>
          </a:r>
        </a:p>
      </dsp:txBody>
      <dsp:txXfrm>
        <a:off x="589595" y="2623239"/>
        <a:ext cx="7977642" cy="319654"/>
      </dsp:txXfrm>
    </dsp:sp>
    <dsp:sp modelId="{62CF161A-CF84-4AE1-AE15-BCA923E46A4D}">
      <dsp:nvSpPr>
        <dsp:cNvPr id="0" name=""/>
        <dsp:cNvSpPr/>
      </dsp:nvSpPr>
      <dsp:spPr>
        <a:xfrm>
          <a:off x="0" y="3629786"/>
          <a:ext cx="11446041"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8340" tIns="249936" rIns="888340" bIns="120904" numCol="1" spcCol="1270" anchor="t" anchorCtr="0">
          <a:noAutofit/>
        </a:bodyPr>
        <a:lstStyle/>
        <a:p>
          <a:pPr marL="171450" lvl="1" indent="-171450" algn="l" defTabSz="733425">
            <a:lnSpc>
              <a:spcPct val="90000"/>
            </a:lnSpc>
            <a:spcBef>
              <a:spcPct val="0"/>
            </a:spcBef>
            <a:spcAft>
              <a:spcPct val="15000"/>
            </a:spcAft>
            <a:buChar char="•"/>
          </a:pPr>
          <a:r>
            <a:rPr lang="en-US" sz="1650" kern="1200" baseline="0"/>
            <a:t>Contains third-party credit (bureau) scores for customer risk</a:t>
          </a:r>
        </a:p>
      </dsp:txBody>
      <dsp:txXfrm>
        <a:off x="0" y="3629786"/>
        <a:ext cx="11446041" cy="604800"/>
      </dsp:txXfrm>
    </dsp:sp>
    <dsp:sp modelId="{02256714-2CAC-45B7-8DE2-D8CE1472A8A7}">
      <dsp:nvSpPr>
        <dsp:cNvPr id="0" name=""/>
        <dsp:cNvSpPr/>
      </dsp:nvSpPr>
      <dsp:spPr>
        <a:xfrm>
          <a:off x="572302" y="3452666"/>
          <a:ext cx="8012228"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843" tIns="0" rIns="302843" bIns="0" numCol="1" spcCol="1270" anchor="ctr" anchorCtr="0">
          <a:noAutofit/>
        </a:bodyPr>
        <a:lstStyle/>
        <a:p>
          <a:pPr marL="0" lvl="0" indent="0" algn="l" defTabSz="733425">
            <a:lnSpc>
              <a:spcPct val="90000"/>
            </a:lnSpc>
            <a:spcBef>
              <a:spcPct val="0"/>
            </a:spcBef>
            <a:spcAft>
              <a:spcPct val="35000"/>
            </a:spcAft>
            <a:buNone/>
          </a:pPr>
          <a:r>
            <a:rPr lang="en-US" sz="1650" kern="1200" baseline="0"/>
            <a:t>beaure_scores:</a:t>
          </a:r>
        </a:p>
      </dsp:txBody>
      <dsp:txXfrm>
        <a:off x="589595" y="3469959"/>
        <a:ext cx="7977642" cy="319654"/>
      </dsp:txXfrm>
    </dsp:sp>
    <dsp:sp modelId="{5598DF9B-023A-44E5-9C1F-380CA4FF6510}">
      <dsp:nvSpPr>
        <dsp:cNvPr id="0" name=""/>
        <dsp:cNvSpPr/>
      </dsp:nvSpPr>
      <dsp:spPr>
        <a:xfrm>
          <a:off x="0" y="4476506"/>
          <a:ext cx="11446041"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8340" tIns="249936" rIns="888340" bIns="120904" numCol="1" spcCol="1270" anchor="t" anchorCtr="0">
          <a:noAutofit/>
        </a:bodyPr>
        <a:lstStyle/>
        <a:p>
          <a:pPr marL="171450" lvl="1" indent="-171450" algn="l" defTabSz="733425">
            <a:lnSpc>
              <a:spcPct val="90000"/>
            </a:lnSpc>
            <a:spcBef>
              <a:spcPct val="0"/>
            </a:spcBef>
            <a:spcAft>
              <a:spcPct val="15000"/>
            </a:spcAft>
            <a:buChar char="•"/>
          </a:pPr>
          <a:r>
            <a:rPr lang="en-US" sz="1650" kern="1200" baseline="0"/>
            <a:t>events related to the collection and recovery process for overdue or at-risk loans.</a:t>
          </a:r>
        </a:p>
      </dsp:txBody>
      <dsp:txXfrm>
        <a:off x="0" y="4476506"/>
        <a:ext cx="11446041" cy="604800"/>
      </dsp:txXfrm>
    </dsp:sp>
    <dsp:sp modelId="{DCC7F401-8B5C-4550-B1D0-FB1E5FA56748}">
      <dsp:nvSpPr>
        <dsp:cNvPr id="0" name=""/>
        <dsp:cNvSpPr/>
      </dsp:nvSpPr>
      <dsp:spPr>
        <a:xfrm>
          <a:off x="572302" y="4299386"/>
          <a:ext cx="8012228" cy="35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843" tIns="0" rIns="302843" bIns="0" numCol="1" spcCol="1270" anchor="ctr" anchorCtr="0">
          <a:noAutofit/>
        </a:bodyPr>
        <a:lstStyle/>
        <a:p>
          <a:pPr marL="0" lvl="0" indent="0" algn="l" defTabSz="733425">
            <a:lnSpc>
              <a:spcPct val="90000"/>
            </a:lnSpc>
            <a:spcBef>
              <a:spcPct val="0"/>
            </a:spcBef>
            <a:spcAft>
              <a:spcPct val="35000"/>
            </a:spcAft>
            <a:buNone/>
          </a:pPr>
          <a:r>
            <a:rPr lang="en-US" sz="1650" kern="1200" baseline="0"/>
            <a:t>Collection _events : </a:t>
          </a:r>
        </a:p>
      </dsp:txBody>
      <dsp:txXfrm>
        <a:off x="589595" y="4316679"/>
        <a:ext cx="7977642" cy="3196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3CAB1F-2829-4662-8BCC-9FABD1F6BBAE}">
      <dsp:nvSpPr>
        <dsp:cNvPr id="0" name=""/>
        <dsp:cNvSpPr/>
      </dsp:nvSpPr>
      <dsp:spPr>
        <a:xfrm>
          <a:off x="0" y="4272714"/>
          <a:ext cx="1371599" cy="453368"/>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548" tIns="106680" rIns="97548" bIns="106680" numCol="1" spcCol="1270" anchor="ctr" anchorCtr="0">
          <a:noAutofit/>
        </a:bodyPr>
        <a:lstStyle/>
        <a:p>
          <a:pPr marL="0" lvl="0" indent="0" algn="ctr" defTabSz="666750">
            <a:lnSpc>
              <a:spcPct val="90000"/>
            </a:lnSpc>
            <a:spcBef>
              <a:spcPct val="0"/>
            </a:spcBef>
            <a:spcAft>
              <a:spcPct val="35000"/>
            </a:spcAft>
            <a:buNone/>
          </a:pPr>
          <a:r>
            <a:rPr lang="en-US" sz="1500" kern="1200" baseline="0"/>
            <a:t>Step 6</a:t>
          </a:r>
        </a:p>
      </dsp:txBody>
      <dsp:txXfrm>
        <a:off x="0" y="4272714"/>
        <a:ext cx="1371599" cy="453368"/>
      </dsp:txXfrm>
    </dsp:sp>
    <dsp:sp modelId="{D53F9A87-E928-4F9E-A24C-4F3457AB6EAA}">
      <dsp:nvSpPr>
        <dsp:cNvPr id="0" name=""/>
        <dsp:cNvSpPr/>
      </dsp:nvSpPr>
      <dsp:spPr>
        <a:xfrm>
          <a:off x="1371599" y="4100021"/>
          <a:ext cx="4114799" cy="798754"/>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468" tIns="190500" rIns="83468" bIns="190500" numCol="1" spcCol="1270" anchor="ctr" anchorCtr="0">
          <a:noAutofit/>
        </a:bodyPr>
        <a:lstStyle/>
        <a:p>
          <a:pPr marL="0" lvl="0" indent="0" algn="l" defTabSz="666750">
            <a:lnSpc>
              <a:spcPct val="90000"/>
            </a:lnSpc>
            <a:spcBef>
              <a:spcPct val="0"/>
            </a:spcBef>
            <a:spcAft>
              <a:spcPct val="35000"/>
            </a:spcAft>
            <a:buNone/>
          </a:pPr>
          <a:r>
            <a:rPr lang="en-US" sz="1500" kern="1200" baseline="0"/>
            <a:t>Monitor and Validate</a:t>
          </a:r>
        </a:p>
      </dsp:txBody>
      <dsp:txXfrm>
        <a:off x="1371599" y="4100021"/>
        <a:ext cx="4114799" cy="798754"/>
      </dsp:txXfrm>
    </dsp:sp>
    <dsp:sp modelId="{7A7792E7-C939-4755-8D31-F805E8FCDB83}">
      <dsp:nvSpPr>
        <dsp:cNvPr id="0" name=""/>
        <dsp:cNvSpPr/>
      </dsp:nvSpPr>
      <dsp:spPr>
        <a:xfrm rot="10800000">
          <a:off x="0" y="3409540"/>
          <a:ext cx="1371599" cy="697281"/>
        </a:xfrm>
        <a:prstGeom prst="upArrowCallout">
          <a:avLst>
            <a:gd name="adj1" fmla="val 5000"/>
            <a:gd name="adj2" fmla="val 10000"/>
            <a:gd name="adj3" fmla="val 15000"/>
            <a:gd name="adj4" fmla="val 64977"/>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548" tIns="106680" rIns="97548" bIns="106680" numCol="1" spcCol="1270" anchor="ctr" anchorCtr="0">
          <a:noAutofit/>
        </a:bodyPr>
        <a:lstStyle/>
        <a:p>
          <a:pPr marL="0" lvl="0" indent="0" algn="ctr" defTabSz="666750">
            <a:lnSpc>
              <a:spcPct val="90000"/>
            </a:lnSpc>
            <a:spcBef>
              <a:spcPct val="0"/>
            </a:spcBef>
            <a:spcAft>
              <a:spcPct val="35000"/>
            </a:spcAft>
            <a:buNone/>
          </a:pPr>
          <a:r>
            <a:rPr lang="en-US" sz="1500" kern="1200" baseline="0"/>
            <a:t>Step 5</a:t>
          </a:r>
        </a:p>
      </dsp:txBody>
      <dsp:txXfrm rot="-10800000">
        <a:off x="0" y="3409540"/>
        <a:ext cx="1371599" cy="453232"/>
      </dsp:txXfrm>
    </dsp:sp>
    <dsp:sp modelId="{662D83A6-E061-415B-9C1E-031FD0E7BE69}">
      <dsp:nvSpPr>
        <dsp:cNvPr id="0" name=""/>
        <dsp:cNvSpPr/>
      </dsp:nvSpPr>
      <dsp:spPr>
        <a:xfrm>
          <a:off x="1371599" y="3274821"/>
          <a:ext cx="4114799" cy="72267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468" tIns="190500" rIns="83468" bIns="190500" numCol="1" spcCol="1270" anchor="ctr" anchorCtr="0">
          <a:noAutofit/>
        </a:bodyPr>
        <a:lstStyle/>
        <a:p>
          <a:pPr marL="0" lvl="0" indent="0" algn="l" defTabSz="666750">
            <a:lnSpc>
              <a:spcPct val="90000"/>
            </a:lnSpc>
            <a:spcBef>
              <a:spcPct val="0"/>
            </a:spcBef>
            <a:spcAft>
              <a:spcPct val="35000"/>
            </a:spcAft>
            <a:buNone/>
          </a:pPr>
          <a:r>
            <a:rPr lang="en-US" sz="1500" kern="1200" baseline="0"/>
            <a:t>Automate Data Loading</a:t>
          </a:r>
        </a:p>
      </dsp:txBody>
      <dsp:txXfrm>
        <a:off x="1371599" y="3274821"/>
        <a:ext cx="4114799" cy="722670"/>
      </dsp:txXfrm>
    </dsp:sp>
    <dsp:sp modelId="{2B276A97-D448-4297-9883-1117FBC1E3E0}">
      <dsp:nvSpPr>
        <dsp:cNvPr id="0" name=""/>
        <dsp:cNvSpPr/>
      </dsp:nvSpPr>
      <dsp:spPr>
        <a:xfrm rot="10800000">
          <a:off x="0" y="2584340"/>
          <a:ext cx="1371599" cy="697281"/>
        </a:xfrm>
        <a:prstGeom prst="upArrowCallout">
          <a:avLst>
            <a:gd name="adj1" fmla="val 5000"/>
            <a:gd name="adj2" fmla="val 10000"/>
            <a:gd name="adj3" fmla="val 15000"/>
            <a:gd name="adj4" fmla="val 64977"/>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548" tIns="106680" rIns="97548" bIns="106680" numCol="1" spcCol="1270" anchor="ctr" anchorCtr="0">
          <a:noAutofit/>
        </a:bodyPr>
        <a:lstStyle/>
        <a:p>
          <a:pPr marL="0" lvl="0" indent="0" algn="ctr" defTabSz="666750">
            <a:lnSpc>
              <a:spcPct val="90000"/>
            </a:lnSpc>
            <a:spcBef>
              <a:spcPct val="0"/>
            </a:spcBef>
            <a:spcAft>
              <a:spcPct val="35000"/>
            </a:spcAft>
            <a:buNone/>
          </a:pPr>
          <a:r>
            <a:rPr lang="en-US" sz="1500" kern="1200" baseline="0"/>
            <a:t>Step 4</a:t>
          </a:r>
        </a:p>
      </dsp:txBody>
      <dsp:txXfrm rot="-10800000">
        <a:off x="0" y="2584340"/>
        <a:ext cx="1371599" cy="453232"/>
      </dsp:txXfrm>
    </dsp:sp>
    <dsp:sp modelId="{69AFF742-8923-42EB-8366-7582E47EF27D}">
      <dsp:nvSpPr>
        <dsp:cNvPr id="0" name=""/>
        <dsp:cNvSpPr/>
      </dsp:nvSpPr>
      <dsp:spPr>
        <a:xfrm>
          <a:off x="1371599" y="2458104"/>
          <a:ext cx="4114799" cy="705706"/>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468" tIns="190500" rIns="83468" bIns="190500" numCol="1" spcCol="1270" anchor="ctr" anchorCtr="0">
          <a:noAutofit/>
        </a:bodyPr>
        <a:lstStyle/>
        <a:p>
          <a:pPr marL="0" lvl="0" indent="0" algn="l" defTabSz="666750">
            <a:lnSpc>
              <a:spcPct val="90000"/>
            </a:lnSpc>
            <a:spcBef>
              <a:spcPct val="0"/>
            </a:spcBef>
            <a:spcAft>
              <a:spcPct val="35000"/>
            </a:spcAft>
            <a:buNone/>
          </a:pPr>
          <a:r>
            <a:rPr lang="en-US" sz="1500" kern="1200" baseline="0"/>
            <a:t>Create </a:t>
          </a:r>
          <a:r>
            <a:rPr lang="en-US" sz="1500" kern="1200" baseline="0" err="1"/>
            <a:t>Snowpipe</a:t>
          </a:r>
          <a:endParaRPr lang="en-US" sz="1500" kern="1200" baseline="0"/>
        </a:p>
      </dsp:txBody>
      <dsp:txXfrm>
        <a:off x="1371599" y="2458104"/>
        <a:ext cx="4114799" cy="705706"/>
      </dsp:txXfrm>
    </dsp:sp>
    <dsp:sp modelId="{F4E698C4-1FC0-4B17-AACE-F8A22ADF32B6}">
      <dsp:nvSpPr>
        <dsp:cNvPr id="0" name=""/>
        <dsp:cNvSpPr/>
      </dsp:nvSpPr>
      <dsp:spPr>
        <a:xfrm rot="10800000">
          <a:off x="0" y="1767623"/>
          <a:ext cx="1371599" cy="697281"/>
        </a:xfrm>
        <a:prstGeom prst="upArrowCallout">
          <a:avLst>
            <a:gd name="adj1" fmla="val 5000"/>
            <a:gd name="adj2" fmla="val 10000"/>
            <a:gd name="adj3" fmla="val 15000"/>
            <a:gd name="adj4" fmla="val 64977"/>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548" tIns="106680" rIns="97548" bIns="106680" numCol="1" spcCol="1270" anchor="ctr" anchorCtr="0">
          <a:noAutofit/>
        </a:bodyPr>
        <a:lstStyle/>
        <a:p>
          <a:pPr marL="0" lvl="0" indent="0" algn="ctr" defTabSz="666750">
            <a:lnSpc>
              <a:spcPct val="90000"/>
            </a:lnSpc>
            <a:spcBef>
              <a:spcPct val="0"/>
            </a:spcBef>
            <a:spcAft>
              <a:spcPct val="35000"/>
            </a:spcAft>
            <a:buNone/>
          </a:pPr>
          <a:r>
            <a:rPr lang="en-US" sz="1500" kern="1200" baseline="0"/>
            <a:t>Step 3</a:t>
          </a:r>
        </a:p>
      </dsp:txBody>
      <dsp:txXfrm rot="-10800000">
        <a:off x="0" y="1767623"/>
        <a:ext cx="1371599" cy="453232"/>
      </dsp:txXfrm>
    </dsp:sp>
    <dsp:sp modelId="{DE2222E5-44E7-462A-8272-22F92877E178}">
      <dsp:nvSpPr>
        <dsp:cNvPr id="0" name=""/>
        <dsp:cNvSpPr/>
      </dsp:nvSpPr>
      <dsp:spPr>
        <a:xfrm>
          <a:off x="1371599" y="1622840"/>
          <a:ext cx="4114799" cy="742798"/>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468" tIns="190500" rIns="83468" bIns="190500" numCol="1" spcCol="1270" anchor="ctr" anchorCtr="0">
          <a:noAutofit/>
        </a:bodyPr>
        <a:lstStyle/>
        <a:p>
          <a:pPr marL="0" lvl="0" indent="0" algn="l" defTabSz="666750">
            <a:lnSpc>
              <a:spcPct val="90000"/>
            </a:lnSpc>
            <a:spcBef>
              <a:spcPct val="0"/>
            </a:spcBef>
            <a:spcAft>
              <a:spcPct val="35000"/>
            </a:spcAft>
            <a:buNone/>
          </a:pPr>
          <a:r>
            <a:rPr lang="en-US" sz="1500" kern="1200" baseline="0"/>
            <a:t>Define External Stage</a:t>
          </a:r>
        </a:p>
      </dsp:txBody>
      <dsp:txXfrm>
        <a:off x="1371599" y="1622840"/>
        <a:ext cx="4114799" cy="742798"/>
      </dsp:txXfrm>
    </dsp:sp>
    <dsp:sp modelId="{582D1FC9-94BF-416D-91F3-89E999216B6D}">
      <dsp:nvSpPr>
        <dsp:cNvPr id="0" name=""/>
        <dsp:cNvSpPr/>
      </dsp:nvSpPr>
      <dsp:spPr>
        <a:xfrm rot="10800000">
          <a:off x="0" y="932359"/>
          <a:ext cx="1371599" cy="697281"/>
        </a:xfrm>
        <a:prstGeom prst="upArrowCallout">
          <a:avLst>
            <a:gd name="adj1" fmla="val 5000"/>
            <a:gd name="adj2" fmla="val 10000"/>
            <a:gd name="adj3" fmla="val 15000"/>
            <a:gd name="adj4" fmla="val 64977"/>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548" tIns="106680" rIns="97548" bIns="106680" numCol="1" spcCol="1270" anchor="ctr" anchorCtr="0">
          <a:noAutofit/>
        </a:bodyPr>
        <a:lstStyle/>
        <a:p>
          <a:pPr marL="0" lvl="0" indent="0" algn="ctr" defTabSz="666750">
            <a:lnSpc>
              <a:spcPct val="90000"/>
            </a:lnSpc>
            <a:spcBef>
              <a:spcPct val="0"/>
            </a:spcBef>
            <a:spcAft>
              <a:spcPct val="35000"/>
            </a:spcAft>
            <a:buNone/>
          </a:pPr>
          <a:r>
            <a:rPr lang="en-US" sz="1500" kern="1200" baseline="0"/>
            <a:t>Step 2</a:t>
          </a:r>
        </a:p>
      </dsp:txBody>
      <dsp:txXfrm rot="-10800000">
        <a:off x="0" y="932359"/>
        <a:ext cx="1371599" cy="453232"/>
      </dsp:txXfrm>
    </dsp:sp>
    <dsp:sp modelId="{61CE1E4C-FADC-46F0-9307-6C0C26580241}">
      <dsp:nvSpPr>
        <dsp:cNvPr id="0" name=""/>
        <dsp:cNvSpPr/>
      </dsp:nvSpPr>
      <dsp:spPr>
        <a:xfrm>
          <a:off x="1371599" y="840382"/>
          <a:ext cx="4114799" cy="637186"/>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468" tIns="190500" rIns="83468" bIns="190500" numCol="1" spcCol="1270" anchor="ctr" anchorCtr="0">
          <a:noAutofit/>
        </a:bodyPr>
        <a:lstStyle/>
        <a:p>
          <a:pPr marL="0" lvl="0" indent="0" algn="l" defTabSz="666750">
            <a:lnSpc>
              <a:spcPct val="90000"/>
            </a:lnSpc>
            <a:spcBef>
              <a:spcPct val="0"/>
            </a:spcBef>
            <a:spcAft>
              <a:spcPct val="35000"/>
            </a:spcAft>
            <a:buNone/>
          </a:pPr>
          <a:r>
            <a:rPr lang="en-US" sz="1500" kern="1200" baseline="0"/>
            <a:t>Create Storage Integration in Snowflake</a:t>
          </a:r>
        </a:p>
      </dsp:txBody>
      <dsp:txXfrm>
        <a:off x="1371599" y="840382"/>
        <a:ext cx="4114799" cy="637186"/>
      </dsp:txXfrm>
    </dsp:sp>
    <dsp:sp modelId="{4A9FDCD7-0592-4A6C-A157-3A8DEB373DA5}">
      <dsp:nvSpPr>
        <dsp:cNvPr id="0" name=""/>
        <dsp:cNvSpPr/>
      </dsp:nvSpPr>
      <dsp:spPr>
        <a:xfrm rot="10800000">
          <a:off x="0" y="149901"/>
          <a:ext cx="1371599" cy="697281"/>
        </a:xfrm>
        <a:prstGeom prst="upArrowCallout">
          <a:avLst>
            <a:gd name="adj1" fmla="val 5000"/>
            <a:gd name="adj2" fmla="val 10000"/>
            <a:gd name="adj3" fmla="val 15000"/>
            <a:gd name="adj4" fmla="val 64977"/>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548" tIns="106680" rIns="97548" bIns="106680" numCol="1" spcCol="1270" anchor="ctr" anchorCtr="0">
          <a:noAutofit/>
        </a:bodyPr>
        <a:lstStyle/>
        <a:p>
          <a:pPr marL="0" lvl="0" indent="0" algn="ctr" defTabSz="666750">
            <a:lnSpc>
              <a:spcPct val="90000"/>
            </a:lnSpc>
            <a:spcBef>
              <a:spcPct val="0"/>
            </a:spcBef>
            <a:spcAft>
              <a:spcPct val="35000"/>
            </a:spcAft>
            <a:buNone/>
          </a:pPr>
          <a:r>
            <a:rPr lang="en-US" sz="1500" kern="1200" baseline="0"/>
            <a:t>Step 1</a:t>
          </a:r>
        </a:p>
      </dsp:txBody>
      <dsp:txXfrm rot="-10800000">
        <a:off x="0" y="149901"/>
        <a:ext cx="1371599" cy="453232"/>
      </dsp:txXfrm>
    </dsp:sp>
    <dsp:sp modelId="{14BA197F-39F6-48BE-ACDD-540BEAEC7908}">
      <dsp:nvSpPr>
        <dsp:cNvPr id="0" name=""/>
        <dsp:cNvSpPr/>
      </dsp:nvSpPr>
      <dsp:spPr>
        <a:xfrm>
          <a:off x="1371599" y="957"/>
          <a:ext cx="4114799" cy="75112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468" tIns="190500" rIns="83468" bIns="190500" numCol="1" spcCol="1270" anchor="ctr" anchorCtr="0">
          <a:noAutofit/>
        </a:bodyPr>
        <a:lstStyle/>
        <a:p>
          <a:pPr marL="0" lvl="0" indent="0" algn="l" defTabSz="666750">
            <a:lnSpc>
              <a:spcPct val="90000"/>
            </a:lnSpc>
            <a:spcBef>
              <a:spcPct val="0"/>
            </a:spcBef>
            <a:spcAft>
              <a:spcPct val="35000"/>
            </a:spcAft>
            <a:buNone/>
          </a:pPr>
          <a:r>
            <a:rPr lang="en-US" sz="1500" kern="1200" baseline="0"/>
            <a:t>Configure Cloud Storage</a:t>
          </a:r>
        </a:p>
      </dsp:txBody>
      <dsp:txXfrm>
        <a:off x="1371599" y="957"/>
        <a:ext cx="4114799" cy="7511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01D7D-693E-4B15-B9C5-E5C74AB06CF2}">
      <dsp:nvSpPr>
        <dsp:cNvPr id="0" name=""/>
        <dsp:cNvSpPr/>
      </dsp:nvSpPr>
      <dsp:spPr>
        <a:xfrm>
          <a:off x="9776864" y="1860773"/>
          <a:ext cx="91440" cy="679729"/>
        </a:xfrm>
        <a:custGeom>
          <a:avLst/>
          <a:gdLst/>
          <a:ahLst/>
          <a:cxnLst/>
          <a:rect l="0" t="0" r="0" b="0"/>
          <a:pathLst>
            <a:path>
              <a:moveTo>
                <a:pt x="45720" y="0"/>
              </a:moveTo>
              <a:lnTo>
                <a:pt x="45720" y="6797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1FBBEC-EBAA-4408-9815-DD5A7C339307}">
      <dsp:nvSpPr>
        <dsp:cNvPr id="0" name=""/>
        <dsp:cNvSpPr/>
      </dsp:nvSpPr>
      <dsp:spPr>
        <a:xfrm>
          <a:off x="6880627" y="1860773"/>
          <a:ext cx="91440" cy="679729"/>
        </a:xfrm>
        <a:custGeom>
          <a:avLst/>
          <a:gdLst/>
          <a:ahLst/>
          <a:cxnLst/>
          <a:rect l="0" t="0" r="0" b="0"/>
          <a:pathLst>
            <a:path>
              <a:moveTo>
                <a:pt x="45720" y="0"/>
              </a:moveTo>
              <a:lnTo>
                <a:pt x="45720" y="6797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43BF69-8552-4BA6-B31A-BD9BF512F25E}">
      <dsp:nvSpPr>
        <dsp:cNvPr id="0" name=""/>
        <dsp:cNvSpPr/>
      </dsp:nvSpPr>
      <dsp:spPr>
        <a:xfrm>
          <a:off x="3984390" y="1860773"/>
          <a:ext cx="91440" cy="679729"/>
        </a:xfrm>
        <a:custGeom>
          <a:avLst/>
          <a:gdLst/>
          <a:ahLst/>
          <a:cxnLst/>
          <a:rect l="0" t="0" r="0" b="0"/>
          <a:pathLst>
            <a:path>
              <a:moveTo>
                <a:pt x="45720" y="0"/>
              </a:moveTo>
              <a:lnTo>
                <a:pt x="45720" y="6797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890041-0F4C-4565-92CF-DFF727D1BCB1}">
      <dsp:nvSpPr>
        <dsp:cNvPr id="0" name=""/>
        <dsp:cNvSpPr/>
      </dsp:nvSpPr>
      <dsp:spPr>
        <a:xfrm>
          <a:off x="1127839" y="1860773"/>
          <a:ext cx="91440" cy="679729"/>
        </a:xfrm>
        <a:custGeom>
          <a:avLst/>
          <a:gdLst/>
          <a:ahLst/>
          <a:cxnLst/>
          <a:rect l="0" t="0" r="0" b="0"/>
          <a:pathLst>
            <a:path>
              <a:moveTo>
                <a:pt x="45720" y="0"/>
              </a:moveTo>
              <a:lnTo>
                <a:pt x="45720" y="67972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AB2168-7443-4ECC-9ADC-844FD7D1FB42}">
      <dsp:nvSpPr>
        <dsp:cNvPr id="0" name=""/>
        <dsp:cNvSpPr/>
      </dsp:nvSpPr>
      <dsp:spPr>
        <a:xfrm>
          <a:off x="4969" y="376664"/>
          <a:ext cx="2337178" cy="148410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D0CED13-AA04-46C3-96F1-D7BF9398CD36}">
      <dsp:nvSpPr>
        <dsp:cNvPr id="0" name=""/>
        <dsp:cNvSpPr/>
      </dsp:nvSpPr>
      <dsp:spPr>
        <a:xfrm>
          <a:off x="264656" y="623367"/>
          <a:ext cx="2337178" cy="14841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688975">
            <a:lnSpc>
              <a:spcPct val="90000"/>
            </a:lnSpc>
            <a:spcBef>
              <a:spcPct val="0"/>
            </a:spcBef>
            <a:spcAft>
              <a:spcPct val="35000"/>
            </a:spcAft>
            <a:buNone/>
          </a:pPr>
          <a:r>
            <a:rPr lang="en-US" sz="1550" kern="1200" baseline="0"/>
            <a:t>Data Format Standardization</a:t>
          </a:r>
        </a:p>
      </dsp:txBody>
      <dsp:txXfrm>
        <a:off x="308124" y="666835"/>
        <a:ext cx="2250242" cy="1397172"/>
      </dsp:txXfrm>
    </dsp:sp>
    <dsp:sp modelId="{50BBE801-157E-49CE-ACA9-709A05840170}">
      <dsp:nvSpPr>
        <dsp:cNvPr id="0" name=""/>
        <dsp:cNvSpPr/>
      </dsp:nvSpPr>
      <dsp:spPr>
        <a:xfrm>
          <a:off x="4969" y="2540502"/>
          <a:ext cx="2337178" cy="148410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4533A1D-2827-4549-9B7D-89BE36FB55F6}">
      <dsp:nvSpPr>
        <dsp:cNvPr id="0" name=""/>
        <dsp:cNvSpPr/>
      </dsp:nvSpPr>
      <dsp:spPr>
        <a:xfrm>
          <a:off x="264656" y="2787204"/>
          <a:ext cx="2337178" cy="14841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688975">
            <a:lnSpc>
              <a:spcPct val="90000"/>
            </a:lnSpc>
            <a:spcBef>
              <a:spcPct val="0"/>
            </a:spcBef>
            <a:spcAft>
              <a:spcPct val="35000"/>
            </a:spcAft>
            <a:buNone/>
          </a:pPr>
          <a:r>
            <a:rPr lang="en-US" sz="1550" kern="1200" baseline="0"/>
            <a:t>Corrected all date fields to a unified format to prevent parsing errors and ensure chronological consistency.</a:t>
          </a:r>
        </a:p>
      </dsp:txBody>
      <dsp:txXfrm>
        <a:off x="308124" y="2830672"/>
        <a:ext cx="2250242" cy="1397172"/>
      </dsp:txXfrm>
    </dsp:sp>
    <dsp:sp modelId="{DFF36872-792E-435C-B384-BB87C1FAED10}">
      <dsp:nvSpPr>
        <dsp:cNvPr id="0" name=""/>
        <dsp:cNvSpPr/>
      </dsp:nvSpPr>
      <dsp:spPr>
        <a:xfrm>
          <a:off x="2861521" y="376664"/>
          <a:ext cx="2337178" cy="148410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0593AB9-7B03-41E7-B79A-D4BFBDFB4766}">
      <dsp:nvSpPr>
        <dsp:cNvPr id="0" name=""/>
        <dsp:cNvSpPr/>
      </dsp:nvSpPr>
      <dsp:spPr>
        <a:xfrm>
          <a:off x="3121207" y="623367"/>
          <a:ext cx="2337178" cy="14841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688975">
            <a:lnSpc>
              <a:spcPct val="90000"/>
            </a:lnSpc>
            <a:spcBef>
              <a:spcPct val="0"/>
            </a:spcBef>
            <a:spcAft>
              <a:spcPct val="35000"/>
            </a:spcAft>
            <a:buNone/>
          </a:pPr>
          <a:r>
            <a:rPr lang="en-US" sz="1550" kern="1200" baseline="0"/>
            <a:t>Row Quality Filtering</a:t>
          </a:r>
        </a:p>
      </dsp:txBody>
      <dsp:txXfrm>
        <a:off x="3164675" y="666835"/>
        <a:ext cx="2250242" cy="1397172"/>
      </dsp:txXfrm>
    </dsp:sp>
    <dsp:sp modelId="{89D27396-3AB4-4CCE-96C0-3699A77954C6}">
      <dsp:nvSpPr>
        <dsp:cNvPr id="0" name=""/>
        <dsp:cNvSpPr/>
      </dsp:nvSpPr>
      <dsp:spPr>
        <a:xfrm>
          <a:off x="2861521" y="2540502"/>
          <a:ext cx="2337178" cy="148410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722398F-B3BB-4133-96DB-2F4EF10D9491}">
      <dsp:nvSpPr>
        <dsp:cNvPr id="0" name=""/>
        <dsp:cNvSpPr/>
      </dsp:nvSpPr>
      <dsp:spPr>
        <a:xfrm>
          <a:off x="3121207" y="2787204"/>
          <a:ext cx="2337178" cy="14841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688975">
            <a:lnSpc>
              <a:spcPct val="90000"/>
            </a:lnSpc>
            <a:spcBef>
              <a:spcPct val="0"/>
            </a:spcBef>
            <a:spcAft>
              <a:spcPct val="35000"/>
            </a:spcAft>
            <a:buNone/>
          </a:pPr>
          <a:r>
            <a:rPr lang="en-US" sz="1550" kern="1200" baseline="0"/>
            <a:t>Identified and dropped 98 rows where the loan closing date was earlier than the opening date, removing invalid records from analysis.</a:t>
          </a:r>
        </a:p>
      </dsp:txBody>
      <dsp:txXfrm>
        <a:off x="3164675" y="2830672"/>
        <a:ext cx="2250242" cy="1397172"/>
      </dsp:txXfrm>
    </dsp:sp>
    <dsp:sp modelId="{D9AB0A70-AD0D-4502-A1E8-9B8BE54BEFC4}">
      <dsp:nvSpPr>
        <dsp:cNvPr id="0" name=""/>
        <dsp:cNvSpPr/>
      </dsp:nvSpPr>
      <dsp:spPr>
        <a:xfrm>
          <a:off x="5757758" y="376664"/>
          <a:ext cx="2337178" cy="148410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660E88F-F79B-48D7-9C1D-D5DFE43EBAA3}">
      <dsp:nvSpPr>
        <dsp:cNvPr id="0" name=""/>
        <dsp:cNvSpPr/>
      </dsp:nvSpPr>
      <dsp:spPr>
        <a:xfrm>
          <a:off x="6017444" y="623367"/>
          <a:ext cx="2337178" cy="14841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688975">
            <a:lnSpc>
              <a:spcPct val="90000"/>
            </a:lnSpc>
            <a:spcBef>
              <a:spcPct val="0"/>
            </a:spcBef>
            <a:spcAft>
              <a:spcPct val="35000"/>
            </a:spcAft>
            <a:buNone/>
          </a:pPr>
          <a:r>
            <a:rPr lang="en-US" sz="1550" kern="1200" baseline="0"/>
            <a:t>Imputation of Missing Values</a:t>
          </a:r>
        </a:p>
      </dsp:txBody>
      <dsp:txXfrm>
        <a:off x="6060912" y="666835"/>
        <a:ext cx="2250242" cy="1397172"/>
      </dsp:txXfrm>
    </dsp:sp>
    <dsp:sp modelId="{E322E641-5A66-4E4C-A13D-020FDF22919B}">
      <dsp:nvSpPr>
        <dsp:cNvPr id="0" name=""/>
        <dsp:cNvSpPr/>
      </dsp:nvSpPr>
      <dsp:spPr>
        <a:xfrm>
          <a:off x="5718072" y="2540502"/>
          <a:ext cx="2416549" cy="17104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06846F7-7367-4B23-8836-CD9D2719FDB0}">
      <dsp:nvSpPr>
        <dsp:cNvPr id="0" name=""/>
        <dsp:cNvSpPr/>
      </dsp:nvSpPr>
      <dsp:spPr>
        <a:xfrm>
          <a:off x="5977759" y="2787204"/>
          <a:ext cx="2416549" cy="17104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688975">
            <a:lnSpc>
              <a:spcPct val="90000"/>
            </a:lnSpc>
            <a:spcBef>
              <a:spcPct val="0"/>
            </a:spcBef>
            <a:spcAft>
              <a:spcPct val="35000"/>
            </a:spcAft>
            <a:buNone/>
          </a:pPr>
          <a:r>
            <a:rPr lang="en-US" sz="1550" kern="1200" baseline="0"/>
            <a:t>For records where loan tenure (months) was zero (an impossible scenario), imputed values using the mean tenure of other loans for each respective product category to maintain data reliability.</a:t>
          </a:r>
        </a:p>
      </dsp:txBody>
      <dsp:txXfrm>
        <a:off x="6027858" y="2837303"/>
        <a:ext cx="2316351" cy="1610296"/>
      </dsp:txXfrm>
    </dsp:sp>
    <dsp:sp modelId="{A4EC743B-736C-4656-AC0D-60545B81AF6F}">
      <dsp:nvSpPr>
        <dsp:cNvPr id="0" name=""/>
        <dsp:cNvSpPr/>
      </dsp:nvSpPr>
      <dsp:spPr>
        <a:xfrm>
          <a:off x="8653995" y="376664"/>
          <a:ext cx="2337178" cy="148410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F75093A-9D7E-4F37-8055-82676E1EE79E}">
      <dsp:nvSpPr>
        <dsp:cNvPr id="0" name=""/>
        <dsp:cNvSpPr/>
      </dsp:nvSpPr>
      <dsp:spPr>
        <a:xfrm>
          <a:off x="8913681" y="623367"/>
          <a:ext cx="2337178" cy="14841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688975">
            <a:lnSpc>
              <a:spcPct val="90000"/>
            </a:lnSpc>
            <a:spcBef>
              <a:spcPct val="0"/>
            </a:spcBef>
            <a:spcAft>
              <a:spcPct val="35000"/>
            </a:spcAft>
            <a:buNone/>
          </a:pPr>
          <a:r>
            <a:rPr lang="en-US" sz="1550" kern="1200" baseline="0"/>
            <a:t>Integrity and Consistency Checks</a:t>
          </a:r>
        </a:p>
      </dsp:txBody>
      <dsp:txXfrm>
        <a:off x="8957149" y="666835"/>
        <a:ext cx="2250242" cy="1397172"/>
      </dsp:txXfrm>
    </dsp:sp>
    <dsp:sp modelId="{D4AF271E-8B49-425D-A422-5EC129970F93}">
      <dsp:nvSpPr>
        <dsp:cNvPr id="0" name=""/>
        <dsp:cNvSpPr/>
      </dsp:nvSpPr>
      <dsp:spPr>
        <a:xfrm>
          <a:off x="8653995" y="2540502"/>
          <a:ext cx="2337178" cy="1962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E3119C3-F54F-43CC-BC44-23BEE342AF01}">
      <dsp:nvSpPr>
        <dsp:cNvPr id="0" name=""/>
        <dsp:cNvSpPr/>
      </dsp:nvSpPr>
      <dsp:spPr>
        <a:xfrm>
          <a:off x="8913681" y="2787204"/>
          <a:ext cx="2337178" cy="196200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688975">
            <a:lnSpc>
              <a:spcPct val="90000"/>
            </a:lnSpc>
            <a:spcBef>
              <a:spcPct val="0"/>
            </a:spcBef>
            <a:spcAft>
              <a:spcPct val="35000"/>
            </a:spcAft>
            <a:buNone/>
          </a:pPr>
          <a:r>
            <a:rPr lang="en-US" sz="1550" kern="1200" baseline="0"/>
            <a:t>Ensured all key columns (</a:t>
          </a:r>
          <a:r>
            <a:rPr lang="en-US" sz="1550" kern="1200" baseline="0" err="1"/>
            <a:t>loan_id</a:t>
          </a:r>
          <a:r>
            <a:rPr lang="en-US" sz="1550" kern="1200" baseline="0"/>
            <a:t>, </a:t>
          </a:r>
          <a:r>
            <a:rPr lang="en-US" sz="1550" kern="1200" baseline="0" err="1"/>
            <a:t>customer_id</a:t>
          </a:r>
          <a:r>
            <a:rPr lang="en-US" sz="1550" kern="1200" baseline="0"/>
            <a:t>, </a:t>
          </a:r>
          <a:r>
            <a:rPr lang="en-US" sz="1550" kern="1200" baseline="0" err="1"/>
            <a:t>product_id</a:t>
          </a:r>
          <a:r>
            <a:rPr lang="en-US" sz="1550" kern="1200" baseline="0"/>
            <a:t>) were valid and present for each record, supporting clean joins and accurate analytics.</a:t>
          </a:r>
        </a:p>
      </dsp:txBody>
      <dsp:txXfrm>
        <a:off x="8971146" y="2844669"/>
        <a:ext cx="2222248" cy="18470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C9EF1-3F1F-4C3F-B68E-7380D12B1230}">
      <dsp:nvSpPr>
        <dsp:cNvPr id="0" name=""/>
        <dsp:cNvSpPr/>
      </dsp:nvSpPr>
      <dsp:spPr>
        <a:xfrm>
          <a:off x="853" y="256253"/>
          <a:ext cx="1207828" cy="12078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568E31-F883-48DC-9D0B-FDB554B7B4AC}">
      <dsp:nvSpPr>
        <dsp:cNvPr id="0" name=""/>
        <dsp:cNvSpPr/>
      </dsp:nvSpPr>
      <dsp:spPr>
        <a:xfrm>
          <a:off x="0" y="1585955"/>
          <a:ext cx="3450937" cy="517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en-US" sz="2700" kern="1200" baseline="0"/>
            <a:t>What Are Streams?</a:t>
          </a:r>
        </a:p>
      </dsp:txBody>
      <dsp:txXfrm>
        <a:off x="0" y="1585955"/>
        <a:ext cx="3450937" cy="517640"/>
      </dsp:txXfrm>
    </dsp:sp>
    <dsp:sp modelId="{B76F3336-D96E-4A06-87C7-52EE262A2C4F}">
      <dsp:nvSpPr>
        <dsp:cNvPr id="0" name=""/>
        <dsp:cNvSpPr/>
      </dsp:nvSpPr>
      <dsp:spPr>
        <a:xfrm>
          <a:off x="853" y="2333858"/>
          <a:ext cx="3450937" cy="1979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pPr>
          <a:r>
            <a:rPr lang="en-US" sz="2000" kern="1200" baseline="0"/>
            <a:t>Streams in Snowflake track changes (INSERT, UPDATE, DELETE) to tables, capturing </a:t>
          </a:r>
          <a:r>
            <a:rPr lang="en-US" sz="2000" kern="1200" baseline="0" err="1"/>
            <a:t>incremetal</a:t>
          </a:r>
          <a:r>
            <a:rPr lang="en-US" sz="2000" kern="1200" baseline="0"/>
            <a:t> data modifications as they happen.</a:t>
          </a:r>
        </a:p>
      </dsp:txBody>
      <dsp:txXfrm>
        <a:off x="853" y="2333858"/>
        <a:ext cx="3450937" cy="1979013"/>
      </dsp:txXfrm>
    </dsp:sp>
    <dsp:sp modelId="{D40270A7-34EA-47E5-8A81-13F13E44C1A8}">
      <dsp:nvSpPr>
        <dsp:cNvPr id="0" name=""/>
        <dsp:cNvSpPr/>
      </dsp:nvSpPr>
      <dsp:spPr>
        <a:xfrm>
          <a:off x="4055705" y="143949"/>
          <a:ext cx="1207828" cy="12078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84C568-E640-4A7B-9B8B-0DC849828B40}">
      <dsp:nvSpPr>
        <dsp:cNvPr id="0" name=""/>
        <dsp:cNvSpPr/>
      </dsp:nvSpPr>
      <dsp:spPr>
        <a:xfrm>
          <a:off x="3965463" y="1601997"/>
          <a:ext cx="3450937" cy="517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en-US" sz="2700" kern="1200" baseline="0"/>
            <a:t>How the Streams </a:t>
          </a:r>
          <a:r>
            <a:rPr lang="en-US" sz="2700" kern="1200" baseline="0">
              <a:latin typeface="Frutiger 45 bold"/>
            </a:rPr>
            <a:t>used</a:t>
          </a:r>
          <a:r>
            <a:rPr lang="en-US" sz="2700" kern="1200" baseline="0"/>
            <a:t>?</a:t>
          </a:r>
        </a:p>
      </dsp:txBody>
      <dsp:txXfrm>
        <a:off x="3965463" y="1601997"/>
        <a:ext cx="3450937" cy="517640"/>
      </dsp:txXfrm>
    </dsp:sp>
    <dsp:sp modelId="{67A05553-D5F1-4519-92EE-6C3CBEACE650}">
      <dsp:nvSpPr>
        <dsp:cNvPr id="0" name=""/>
        <dsp:cNvSpPr/>
      </dsp:nvSpPr>
      <dsp:spPr>
        <a:xfrm>
          <a:off x="3965463" y="2086639"/>
          <a:ext cx="3450937" cy="1979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endParaRPr lang="en-US" sz="1800" kern="1200" baseline="0">
            <a:latin typeface="Frutiger 45 bold"/>
          </a:endParaRPr>
        </a:p>
        <a:p>
          <a:pPr marL="0" lvl="0" indent="0" algn="l" defTabSz="800100">
            <a:lnSpc>
              <a:spcPct val="100000"/>
            </a:lnSpc>
            <a:spcBef>
              <a:spcPct val="0"/>
            </a:spcBef>
            <a:spcAft>
              <a:spcPct val="35000"/>
            </a:spcAft>
            <a:buNone/>
          </a:pPr>
          <a:r>
            <a:rPr lang="en-US" sz="1800" kern="1200" baseline="0">
              <a:latin typeface="Frutiger 45 bold"/>
            </a:rPr>
            <a:t>Streams</a:t>
          </a:r>
          <a:r>
            <a:rPr lang="en-US" sz="1800" kern="1200" baseline="0"/>
            <a:t> enables automated audits and change capture for </a:t>
          </a:r>
          <a:r>
            <a:rPr lang="en-US" sz="1800" kern="1200" baseline="0">
              <a:latin typeface="Frutiger 45 bold"/>
            </a:rPr>
            <a:t>ELT</a:t>
          </a:r>
          <a:r>
            <a:rPr lang="en-US" sz="1800" kern="1200" baseline="0"/>
            <a:t> and processing tasks.</a:t>
          </a:r>
          <a:endParaRPr lang="en-US" kern="1200"/>
        </a:p>
      </dsp:txBody>
      <dsp:txXfrm>
        <a:off x="3965463" y="2086639"/>
        <a:ext cx="3450937" cy="1979013"/>
      </dsp:txXfrm>
    </dsp:sp>
    <dsp:sp modelId="{089662D3-490A-4CEC-9E70-0DC27243802F}">
      <dsp:nvSpPr>
        <dsp:cNvPr id="0" name=""/>
        <dsp:cNvSpPr/>
      </dsp:nvSpPr>
      <dsp:spPr>
        <a:xfrm>
          <a:off x="8094516" y="127909"/>
          <a:ext cx="1207828" cy="12078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6FB7DD-3224-42A0-8F40-DEDCF1C11B3F}">
      <dsp:nvSpPr>
        <dsp:cNvPr id="0" name=""/>
        <dsp:cNvSpPr/>
      </dsp:nvSpPr>
      <dsp:spPr>
        <a:xfrm>
          <a:off x="8062416" y="1618039"/>
          <a:ext cx="3450937" cy="517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en-US" sz="2700" kern="1200" baseline="0"/>
            <a:t>Why Streams?</a:t>
          </a:r>
        </a:p>
      </dsp:txBody>
      <dsp:txXfrm>
        <a:off x="8062416" y="1618039"/>
        <a:ext cx="3450937" cy="517640"/>
      </dsp:txXfrm>
    </dsp:sp>
    <dsp:sp modelId="{F51752E1-7616-4351-9303-AA888E5007FD}">
      <dsp:nvSpPr>
        <dsp:cNvPr id="0" name=""/>
        <dsp:cNvSpPr/>
      </dsp:nvSpPr>
      <dsp:spPr>
        <a:xfrm>
          <a:off x="7982216" y="2333858"/>
          <a:ext cx="3450937" cy="1979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100000"/>
            </a:lnSpc>
            <a:spcBef>
              <a:spcPct val="0"/>
            </a:spcBef>
            <a:spcAft>
              <a:spcPct val="35000"/>
            </a:spcAft>
            <a:buNone/>
          </a:pPr>
          <a:r>
            <a:rPr lang="en-US" sz="1900" kern="1200" baseline="0"/>
            <a:t>automate workflows by detecting new or updated records.</a:t>
          </a:r>
        </a:p>
        <a:p>
          <a:pPr marL="0" lvl="0" indent="0" algn="l" defTabSz="844550">
            <a:lnSpc>
              <a:spcPct val="100000"/>
            </a:lnSpc>
            <a:spcBef>
              <a:spcPct val="0"/>
            </a:spcBef>
            <a:spcAft>
              <a:spcPct val="35000"/>
            </a:spcAft>
            <a:buNone/>
          </a:pPr>
          <a:r>
            <a:rPr lang="en-US" sz="1900" kern="1200" baseline="0"/>
            <a:t>smooth data integration, CDC (Change Data Capture). </a:t>
          </a:r>
        </a:p>
        <a:p>
          <a:pPr marL="0" lvl="0" indent="0" algn="l" defTabSz="844550">
            <a:lnSpc>
              <a:spcPct val="100000"/>
            </a:lnSpc>
            <a:spcBef>
              <a:spcPct val="0"/>
            </a:spcBef>
            <a:spcAft>
              <a:spcPct val="35000"/>
            </a:spcAft>
            <a:buNone/>
          </a:pPr>
          <a:r>
            <a:rPr lang="en-US" sz="1900" kern="1200" baseline="0"/>
            <a:t>real-time updates to reporting layers.</a:t>
          </a:r>
        </a:p>
      </dsp:txBody>
      <dsp:txXfrm>
        <a:off x="7982216" y="2333858"/>
        <a:ext cx="3450937" cy="19790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DDCF03-3B78-4221-BD8A-4E0FBE5F8C63}">
      <dsp:nvSpPr>
        <dsp:cNvPr id="0" name=""/>
        <dsp:cNvSpPr/>
      </dsp:nvSpPr>
      <dsp:spPr>
        <a:xfrm>
          <a:off x="3401568" y="3197148"/>
          <a:ext cx="2084832" cy="1350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rtl="0">
            <a:lnSpc>
              <a:spcPct val="90000"/>
            </a:lnSpc>
            <a:spcBef>
              <a:spcPct val="0"/>
            </a:spcBef>
            <a:spcAft>
              <a:spcPct val="15000"/>
            </a:spcAft>
            <a:buChar char="•"/>
          </a:pPr>
          <a:r>
            <a:rPr lang="en-US" sz="1500" kern="1200">
              <a:solidFill>
                <a:srgbClr val="444444"/>
              </a:solidFill>
              <a:latin typeface="Calibri"/>
              <a:ea typeface="Calibri"/>
              <a:cs typeface="Calibri"/>
            </a:rPr>
            <a:t>Upsert into the dimension tables</a:t>
          </a:r>
        </a:p>
      </dsp:txBody>
      <dsp:txXfrm>
        <a:off x="4056683" y="3564438"/>
        <a:ext cx="1400050" cy="953541"/>
      </dsp:txXfrm>
    </dsp:sp>
    <dsp:sp modelId="{A1F9E2A7-E20C-4C12-8676-4C88872808CF}">
      <dsp:nvSpPr>
        <dsp:cNvPr id="0" name=""/>
        <dsp:cNvSpPr/>
      </dsp:nvSpPr>
      <dsp:spPr>
        <a:xfrm>
          <a:off x="0" y="3197148"/>
          <a:ext cx="2084832" cy="1350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rtl="0">
            <a:lnSpc>
              <a:spcPct val="90000"/>
            </a:lnSpc>
            <a:spcBef>
              <a:spcPct val="0"/>
            </a:spcBef>
            <a:spcAft>
              <a:spcPct val="15000"/>
            </a:spcAft>
            <a:buChar char="•"/>
          </a:pPr>
          <a:r>
            <a:rPr lang="en-US" sz="1500" kern="1200" err="1">
              <a:latin typeface="Frutiger 45 bold"/>
            </a:rPr>
            <a:t>Upsert</a:t>
          </a:r>
          <a:r>
            <a:rPr lang="en-US" sz="1500" kern="1200">
              <a:latin typeface="Frutiger 45 bold"/>
            </a:rPr>
            <a:t> into</a:t>
          </a:r>
          <a:r>
            <a:rPr lang="en-US" sz="1500" kern="1200"/>
            <a:t> </a:t>
          </a:r>
          <a:r>
            <a:rPr lang="en-US" sz="1500" kern="1200">
              <a:latin typeface="Frutiger 45 bold"/>
            </a:rPr>
            <a:t>the Fact Tables </a:t>
          </a:r>
          <a:endParaRPr lang="en-IN" sz="1500" kern="1200"/>
        </a:p>
      </dsp:txBody>
      <dsp:txXfrm>
        <a:off x="29666" y="3564438"/>
        <a:ext cx="1400050" cy="953541"/>
      </dsp:txXfrm>
    </dsp:sp>
    <dsp:sp modelId="{777334B5-9B58-4B43-9C22-DC8C4FBEF633}">
      <dsp:nvSpPr>
        <dsp:cNvPr id="0" name=""/>
        <dsp:cNvSpPr/>
      </dsp:nvSpPr>
      <dsp:spPr>
        <a:xfrm>
          <a:off x="3401568" y="327339"/>
          <a:ext cx="2084832" cy="1350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rtl="0">
            <a:lnSpc>
              <a:spcPct val="90000"/>
            </a:lnSpc>
            <a:spcBef>
              <a:spcPct val="0"/>
            </a:spcBef>
            <a:spcAft>
              <a:spcPct val="15000"/>
            </a:spcAft>
            <a:buChar char="•"/>
          </a:pPr>
          <a:r>
            <a:rPr lang="en-US" sz="1500" kern="1200">
              <a:latin typeface="Calibri"/>
              <a:ea typeface="Calibri"/>
              <a:cs typeface="Calibri"/>
            </a:rPr>
            <a:t>Task scheduling for the schema</a:t>
          </a:r>
          <a:endParaRPr lang="en-US" sz="1500" kern="1200">
            <a:solidFill>
              <a:schemeClr val="bg2"/>
            </a:solidFill>
            <a:latin typeface="Frutiger 45 bold"/>
            <a:ea typeface="Calibri"/>
            <a:cs typeface="Calibri"/>
          </a:endParaRPr>
        </a:p>
      </dsp:txBody>
      <dsp:txXfrm>
        <a:off x="4056683" y="357005"/>
        <a:ext cx="1400050" cy="953541"/>
      </dsp:txXfrm>
    </dsp:sp>
    <dsp:sp modelId="{24FCC558-9143-4561-9E42-33AC0A59FD5E}">
      <dsp:nvSpPr>
        <dsp:cNvPr id="0" name=""/>
        <dsp:cNvSpPr/>
      </dsp:nvSpPr>
      <dsp:spPr>
        <a:xfrm>
          <a:off x="0" y="327339"/>
          <a:ext cx="2084832" cy="1350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US" sz="1500" kern="1200"/>
            <a:t>Base Table changes</a:t>
          </a:r>
          <a:endParaRPr lang="en-IN" sz="1500" kern="1200"/>
        </a:p>
      </dsp:txBody>
      <dsp:txXfrm>
        <a:off x="29666" y="357005"/>
        <a:ext cx="1400050" cy="953541"/>
      </dsp:txXfrm>
    </dsp:sp>
    <dsp:sp modelId="{51205516-4B5F-4AA9-8AD9-0D011657DA72}">
      <dsp:nvSpPr>
        <dsp:cNvPr id="0" name=""/>
        <dsp:cNvSpPr/>
      </dsp:nvSpPr>
      <dsp:spPr>
        <a:xfrm>
          <a:off x="873603" y="567896"/>
          <a:ext cx="1827393" cy="1827393"/>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Streams 	</a:t>
          </a:r>
          <a:endParaRPr lang="en-IN" sz="1800" kern="1200"/>
        </a:p>
      </dsp:txBody>
      <dsp:txXfrm>
        <a:off x="1408834" y="1103127"/>
        <a:ext cx="1292162" cy="1292162"/>
      </dsp:txXfrm>
    </dsp:sp>
    <dsp:sp modelId="{FE356271-AD6C-4F0E-875B-B772DCEF88B7}">
      <dsp:nvSpPr>
        <dsp:cNvPr id="0" name=""/>
        <dsp:cNvSpPr/>
      </dsp:nvSpPr>
      <dsp:spPr>
        <a:xfrm rot="5400000">
          <a:off x="2787093" y="561500"/>
          <a:ext cx="1791923" cy="1827393"/>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a:latin typeface="Calibri"/>
              <a:ea typeface="Calibri"/>
              <a:cs typeface="Calibri"/>
            </a:rPr>
            <a:t>Chained Tasks </a:t>
          </a:r>
          <a:r>
            <a:rPr lang="en-US" sz="1800" kern="1200">
              <a:latin typeface="Frutiger 45 bold"/>
            </a:rPr>
            <a:t> </a:t>
          </a:r>
          <a:endParaRPr lang="en-IN" sz="1800" kern="1200"/>
        </a:p>
      </dsp:txBody>
      <dsp:txXfrm rot="-5400000">
        <a:off x="2769359" y="1104077"/>
        <a:ext cx="1292162" cy="1267081"/>
      </dsp:txXfrm>
    </dsp:sp>
    <dsp:sp modelId="{1EDF1275-1468-4EA5-86DC-C40EEE02371F}">
      <dsp:nvSpPr>
        <dsp:cNvPr id="0" name=""/>
        <dsp:cNvSpPr/>
      </dsp:nvSpPr>
      <dsp:spPr>
        <a:xfrm rot="10800000">
          <a:off x="2785403" y="2479696"/>
          <a:ext cx="1827393" cy="1827393"/>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a:solidFill>
                <a:schemeClr val="bg2"/>
              </a:solidFill>
              <a:latin typeface="Calibri"/>
              <a:ea typeface="Calibri"/>
              <a:cs typeface="Calibri"/>
            </a:rPr>
            <a:t>Dimension table</a:t>
          </a:r>
          <a:r>
            <a:rPr lang="en-US" sz="1800" kern="1200">
              <a:solidFill>
                <a:srgbClr val="000000"/>
              </a:solidFill>
              <a:latin typeface="Calibri"/>
              <a:ea typeface="Calibri"/>
              <a:cs typeface="Calibri"/>
            </a:rPr>
            <a:t> </a:t>
          </a:r>
        </a:p>
      </dsp:txBody>
      <dsp:txXfrm rot="10800000">
        <a:off x="2785403" y="2479696"/>
        <a:ext cx="1292162" cy="1292162"/>
      </dsp:txXfrm>
    </dsp:sp>
    <dsp:sp modelId="{02D50B64-DACD-4E1F-927C-62D92DD3F2DB}">
      <dsp:nvSpPr>
        <dsp:cNvPr id="0" name=""/>
        <dsp:cNvSpPr/>
      </dsp:nvSpPr>
      <dsp:spPr>
        <a:xfrm rot="16200000">
          <a:off x="873603" y="2479696"/>
          <a:ext cx="1827393" cy="1827393"/>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a:latin typeface="Frutiger 45 bold"/>
            </a:rPr>
            <a:t>Fact tables</a:t>
          </a:r>
          <a:endParaRPr lang="en-US" sz="1800" kern="1200"/>
        </a:p>
      </dsp:txBody>
      <dsp:txXfrm rot="5400000">
        <a:off x="1408834" y="2479696"/>
        <a:ext cx="1292162" cy="1292162"/>
      </dsp:txXfrm>
    </dsp:sp>
    <dsp:sp modelId="{C0893B3C-265B-4782-92F7-0B03CB40F7AC}">
      <dsp:nvSpPr>
        <dsp:cNvPr id="0" name=""/>
        <dsp:cNvSpPr/>
      </dsp:nvSpPr>
      <dsp:spPr>
        <a:xfrm>
          <a:off x="2427732" y="2057665"/>
          <a:ext cx="630936" cy="548640"/>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459EC3-E42A-41E8-85F0-627FB4DE4F1F}">
      <dsp:nvSpPr>
        <dsp:cNvPr id="0" name=""/>
        <dsp:cNvSpPr/>
      </dsp:nvSpPr>
      <dsp:spPr>
        <a:xfrm rot="10800000">
          <a:off x="2427732" y="2268680"/>
          <a:ext cx="630936" cy="548640"/>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449A5F-EE46-4B5F-A520-CD738F8B1580}">
      <dsp:nvSpPr>
        <dsp:cNvPr id="0" name=""/>
        <dsp:cNvSpPr/>
      </dsp:nvSpPr>
      <dsp:spPr>
        <a:xfrm>
          <a:off x="0" y="9106"/>
          <a:ext cx="5486398" cy="6926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baseline="0"/>
            <a:t>Task Scheduling Logic</a:t>
          </a:r>
        </a:p>
      </dsp:txBody>
      <dsp:txXfrm>
        <a:off x="33812" y="42918"/>
        <a:ext cx="5418774" cy="625016"/>
      </dsp:txXfrm>
    </dsp:sp>
    <dsp:sp modelId="{E1EAF336-71E9-420A-886E-9493FF74E759}">
      <dsp:nvSpPr>
        <dsp:cNvPr id="0" name=""/>
        <dsp:cNvSpPr/>
      </dsp:nvSpPr>
      <dsp:spPr>
        <a:xfrm>
          <a:off x="0" y="701746"/>
          <a:ext cx="5486398" cy="67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9050" rIns="106680" bIns="19050" numCol="1" spcCol="1270" anchor="t" anchorCtr="0">
          <a:noAutofit/>
        </a:bodyPr>
        <a:lstStyle/>
        <a:p>
          <a:pPr marL="114300" lvl="1" indent="-114300" algn="l" defTabSz="666750">
            <a:lnSpc>
              <a:spcPct val="90000"/>
            </a:lnSpc>
            <a:spcBef>
              <a:spcPct val="0"/>
            </a:spcBef>
            <a:spcAft>
              <a:spcPct val="20000"/>
            </a:spcAft>
            <a:buChar char="•"/>
          </a:pPr>
          <a:r>
            <a:rPr lang="en-US" sz="1500" kern="1200" baseline="0"/>
            <a:t>Tasks were scheduled to run automatically when new changes were detected in the streams—ensuring that only new or changed records are processed.</a:t>
          </a:r>
        </a:p>
      </dsp:txBody>
      <dsp:txXfrm>
        <a:off x="0" y="701746"/>
        <a:ext cx="5486398" cy="670162"/>
      </dsp:txXfrm>
    </dsp:sp>
    <dsp:sp modelId="{CBFBC476-54EA-48E7-BBEC-2D75C110B5BA}">
      <dsp:nvSpPr>
        <dsp:cNvPr id="0" name=""/>
        <dsp:cNvSpPr/>
      </dsp:nvSpPr>
      <dsp:spPr>
        <a:xfrm>
          <a:off x="0" y="1371909"/>
          <a:ext cx="5486398" cy="6926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baseline="0"/>
            <a:t>Chained Tasks Design</a:t>
          </a:r>
        </a:p>
      </dsp:txBody>
      <dsp:txXfrm>
        <a:off x="33812" y="1405721"/>
        <a:ext cx="5418774" cy="625016"/>
      </dsp:txXfrm>
    </dsp:sp>
    <dsp:sp modelId="{3A6D3C36-2940-4249-B746-0E4F8AE49AEC}">
      <dsp:nvSpPr>
        <dsp:cNvPr id="0" name=""/>
        <dsp:cNvSpPr/>
      </dsp:nvSpPr>
      <dsp:spPr>
        <a:xfrm>
          <a:off x="0" y="2064549"/>
          <a:ext cx="5486398" cy="1148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9050" rIns="106680" bIns="19050" numCol="1" spcCol="1270" anchor="t" anchorCtr="0">
          <a:noAutofit/>
        </a:bodyPr>
        <a:lstStyle/>
        <a:p>
          <a:pPr marL="114300" lvl="1" indent="-114300" algn="l" defTabSz="666750">
            <a:lnSpc>
              <a:spcPct val="90000"/>
            </a:lnSpc>
            <a:spcBef>
              <a:spcPct val="0"/>
            </a:spcBef>
            <a:spcAft>
              <a:spcPct val="20000"/>
            </a:spcAft>
            <a:buChar char="•"/>
          </a:pPr>
          <a:r>
            <a:rPr lang="en-US" sz="1500" kern="1200" baseline="0"/>
            <a:t>Tasks for dimension tables run first to ensure reference data (customer, product, region, etc.) is always up-to-date.</a:t>
          </a:r>
        </a:p>
        <a:p>
          <a:pPr marL="114300" lvl="1" indent="-114300" algn="l" defTabSz="666750">
            <a:lnSpc>
              <a:spcPct val="90000"/>
            </a:lnSpc>
            <a:spcBef>
              <a:spcPct val="0"/>
            </a:spcBef>
            <a:spcAft>
              <a:spcPct val="20000"/>
            </a:spcAft>
            <a:buChar char="•"/>
          </a:pPr>
          <a:r>
            <a:rPr lang="en-US" sz="1500" kern="1200" baseline="0"/>
            <a:t>Fact table tasks are then triggered to load transactional and event data, maintaining referential integrity and complete analytics coverage.</a:t>
          </a:r>
        </a:p>
      </dsp:txBody>
      <dsp:txXfrm>
        <a:off x="0" y="2064549"/>
        <a:ext cx="5486398" cy="1148850"/>
      </dsp:txXfrm>
    </dsp:sp>
    <dsp:sp modelId="{0164D634-7972-48A5-9290-01EEF2CBF4C4}">
      <dsp:nvSpPr>
        <dsp:cNvPr id="0" name=""/>
        <dsp:cNvSpPr/>
      </dsp:nvSpPr>
      <dsp:spPr>
        <a:xfrm>
          <a:off x="0" y="3213399"/>
          <a:ext cx="5486398" cy="6926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baseline="0"/>
            <a:t>Why This Approach?</a:t>
          </a:r>
        </a:p>
      </dsp:txBody>
      <dsp:txXfrm>
        <a:off x="33812" y="3247211"/>
        <a:ext cx="5418774" cy="625016"/>
      </dsp:txXfrm>
    </dsp:sp>
    <dsp:sp modelId="{3FE0E4A4-7B62-4807-ABC3-D04A0E8FEC75}">
      <dsp:nvSpPr>
        <dsp:cNvPr id="0" name=""/>
        <dsp:cNvSpPr/>
      </dsp:nvSpPr>
      <dsp:spPr>
        <a:xfrm>
          <a:off x="0" y="3906039"/>
          <a:ext cx="5486398" cy="1187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9050" rIns="106680" bIns="19050" numCol="1" spcCol="1270" anchor="t" anchorCtr="0">
          <a:noAutofit/>
        </a:bodyPr>
        <a:lstStyle/>
        <a:p>
          <a:pPr marL="114300" lvl="1" indent="-114300" algn="l" defTabSz="666750">
            <a:lnSpc>
              <a:spcPct val="90000"/>
            </a:lnSpc>
            <a:spcBef>
              <a:spcPct val="0"/>
            </a:spcBef>
            <a:spcAft>
              <a:spcPct val="20000"/>
            </a:spcAft>
            <a:buChar char="•"/>
          </a:pPr>
          <a:r>
            <a:rPr lang="en-US" sz="1500" kern="1200" baseline="0"/>
            <a:t>Ensures accurate and fresh data for analytics, with fast, automated updates.</a:t>
          </a:r>
        </a:p>
        <a:p>
          <a:pPr marL="114300" lvl="1" indent="-114300" algn="l" defTabSz="666750">
            <a:lnSpc>
              <a:spcPct val="90000"/>
            </a:lnSpc>
            <a:spcBef>
              <a:spcPct val="0"/>
            </a:spcBef>
            <a:spcAft>
              <a:spcPct val="20000"/>
            </a:spcAft>
            <a:buChar char="•"/>
          </a:pPr>
          <a:r>
            <a:rPr lang="en-US" sz="1500" kern="1200" baseline="0"/>
            <a:t>Minimizes resource usage by only processing changed data.</a:t>
          </a:r>
        </a:p>
        <a:p>
          <a:pPr marL="114300" lvl="1" indent="-114300" algn="l" defTabSz="666750">
            <a:lnSpc>
              <a:spcPct val="90000"/>
            </a:lnSpc>
            <a:spcBef>
              <a:spcPct val="0"/>
            </a:spcBef>
            <a:spcAft>
              <a:spcPct val="20000"/>
            </a:spcAft>
            <a:buChar char="•"/>
          </a:pPr>
          <a:r>
            <a:rPr lang="en-US" sz="1500" kern="1200" baseline="0"/>
            <a:t>Supports real-time, robust credit risk and portfolio monitoring for your banking platform.</a:t>
          </a:r>
        </a:p>
      </dsp:txBody>
      <dsp:txXfrm>
        <a:off x="0" y="3906039"/>
        <a:ext cx="5486398" cy="118714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877AB3-E69A-4F42-B026-4EA4CD387771}">
      <dsp:nvSpPr>
        <dsp:cNvPr id="0" name=""/>
        <dsp:cNvSpPr/>
      </dsp:nvSpPr>
      <dsp:spPr>
        <a:xfrm>
          <a:off x="-571785" y="11514"/>
          <a:ext cx="11241506" cy="85196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91B5C1-485F-479B-8445-EB6A5CB694D9}">
      <dsp:nvSpPr>
        <dsp:cNvPr id="0" name=""/>
        <dsp:cNvSpPr/>
      </dsp:nvSpPr>
      <dsp:spPr>
        <a:xfrm>
          <a:off x="-314064" y="203207"/>
          <a:ext cx="468583" cy="4685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EB46AF-D56B-4556-BF51-3167521AA32F}">
      <dsp:nvSpPr>
        <dsp:cNvPr id="0" name=""/>
        <dsp:cNvSpPr/>
      </dsp:nvSpPr>
      <dsp:spPr>
        <a:xfrm>
          <a:off x="412239" y="11514"/>
          <a:ext cx="10255556" cy="851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7" tIns="90167" rIns="90167" bIns="90167" numCol="1" spcCol="1270" anchor="ctr" anchorCtr="0">
          <a:noAutofit/>
        </a:bodyPr>
        <a:lstStyle/>
        <a:p>
          <a:pPr marL="0" lvl="0" indent="0" algn="l" defTabSz="844550">
            <a:lnSpc>
              <a:spcPct val="100000"/>
            </a:lnSpc>
            <a:spcBef>
              <a:spcPct val="0"/>
            </a:spcBef>
            <a:spcAft>
              <a:spcPct val="35000"/>
            </a:spcAft>
            <a:buNone/>
          </a:pPr>
          <a:r>
            <a:rPr lang="en-US" sz="1900" kern="1200"/>
            <a:t>Each view stores precomputed, resource-intensive aggregations—making dashboard queries ultra-fast and always up-to-date.</a:t>
          </a:r>
        </a:p>
      </dsp:txBody>
      <dsp:txXfrm>
        <a:off x="412239" y="11514"/>
        <a:ext cx="10255556" cy="851969"/>
      </dsp:txXfrm>
    </dsp:sp>
    <dsp:sp modelId="{FC05BCF0-7F21-43C3-B039-E3B46978B13C}">
      <dsp:nvSpPr>
        <dsp:cNvPr id="0" name=""/>
        <dsp:cNvSpPr/>
      </dsp:nvSpPr>
      <dsp:spPr>
        <a:xfrm>
          <a:off x="-571785" y="1076476"/>
          <a:ext cx="11241506" cy="85196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A0A310-9580-4689-B355-2B529CBF8CB9}">
      <dsp:nvSpPr>
        <dsp:cNvPr id="0" name=""/>
        <dsp:cNvSpPr/>
      </dsp:nvSpPr>
      <dsp:spPr>
        <a:xfrm>
          <a:off x="-314064" y="1268169"/>
          <a:ext cx="468583" cy="4685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7B17B0-9D1A-4230-896F-C09FECA18E31}">
      <dsp:nvSpPr>
        <dsp:cNvPr id="0" name=""/>
        <dsp:cNvSpPr/>
      </dsp:nvSpPr>
      <dsp:spPr>
        <a:xfrm>
          <a:off x="412239" y="1076476"/>
          <a:ext cx="10255556" cy="851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7" tIns="90167" rIns="90167" bIns="90167" numCol="1" spcCol="1270" anchor="ctr" anchorCtr="0">
          <a:noAutofit/>
        </a:bodyPr>
        <a:lstStyle/>
        <a:p>
          <a:pPr marL="0" lvl="0" indent="0" algn="l" defTabSz="844550">
            <a:lnSpc>
              <a:spcPct val="100000"/>
            </a:lnSpc>
            <a:spcBef>
              <a:spcPct val="0"/>
            </a:spcBef>
            <a:spcAft>
              <a:spcPct val="35000"/>
            </a:spcAft>
            <a:buNone/>
          </a:pPr>
          <a:r>
            <a:rPr lang="en-US" sz="1900" kern="1200"/>
            <a:t>Reduces compute cost and query time compared to running raw tables for analytics.</a:t>
          </a:r>
        </a:p>
      </dsp:txBody>
      <dsp:txXfrm>
        <a:off x="412239" y="1076476"/>
        <a:ext cx="10255556" cy="851969"/>
      </dsp:txXfrm>
    </dsp:sp>
    <dsp:sp modelId="{03B32107-01BB-4B46-981B-326029396452}">
      <dsp:nvSpPr>
        <dsp:cNvPr id="0" name=""/>
        <dsp:cNvSpPr/>
      </dsp:nvSpPr>
      <dsp:spPr>
        <a:xfrm>
          <a:off x="-571785" y="2141437"/>
          <a:ext cx="11241506" cy="85196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18E998-3835-4BC3-8F52-4227A2CBBA90}">
      <dsp:nvSpPr>
        <dsp:cNvPr id="0" name=""/>
        <dsp:cNvSpPr/>
      </dsp:nvSpPr>
      <dsp:spPr>
        <a:xfrm>
          <a:off x="-314064" y="2333130"/>
          <a:ext cx="468583" cy="4685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AEE27B-D33B-42DB-A0E9-CEAFAAB94526}">
      <dsp:nvSpPr>
        <dsp:cNvPr id="0" name=""/>
        <dsp:cNvSpPr/>
      </dsp:nvSpPr>
      <dsp:spPr>
        <a:xfrm>
          <a:off x="412239" y="2141437"/>
          <a:ext cx="5058677" cy="851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7" tIns="90167" rIns="90167" bIns="90167" numCol="1" spcCol="1270" anchor="ctr" anchorCtr="0">
          <a:noAutofit/>
        </a:bodyPr>
        <a:lstStyle/>
        <a:p>
          <a:pPr marL="0" lvl="0" indent="0" algn="l" defTabSz="844550">
            <a:lnSpc>
              <a:spcPct val="100000"/>
            </a:lnSpc>
            <a:spcBef>
              <a:spcPct val="0"/>
            </a:spcBef>
            <a:spcAft>
              <a:spcPct val="35000"/>
            </a:spcAft>
            <a:buNone/>
          </a:pPr>
          <a:r>
            <a:rPr lang="en-US" sz="1900" kern="1200" err="1"/>
            <a:t>mv_vintage_performance</a:t>
          </a:r>
          <a:r>
            <a:rPr lang="en-US" sz="1900" kern="1200"/>
            <a:t>:</a:t>
          </a:r>
        </a:p>
      </dsp:txBody>
      <dsp:txXfrm>
        <a:off x="412239" y="2141437"/>
        <a:ext cx="5058677" cy="851969"/>
      </dsp:txXfrm>
    </dsp:sp>
    <dsp:sp modelId="{8CA9AB11-FBC2-44D0-9BF9-8F6975EAA2A9}">
      <dsp:nvSpPr>
        <dsp:cNvPr id="0" name=""/>
        <dsp:cNvSpPr/>
      </dsp:nvSpPr>
      <dsp:spPr>
        <a:xfrm>
          <a:off x="3753192" y="2141437"/>
          <a:ext cx="6846472" cy="851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7" tIns="90167" rIns="90167" bIns="90167" numCol="1" spcCol="1270" anchor="ctr" anchorCtr="0">
          <a:noAutofit/>
        </a:bodyPr>
        <a:lstStyle/>
        <a:p>
          <a:pPr marL="0" lvl="0" indent="0" algn="l" defTabSz="800100">
            <a:lnSpc>
              <a:spcPct val="100000"/>
            </a:lnSpc>
            <a:spcBef>
              <a:spcPct val="0"/>
            </a:spcBef>
            <a:spcAft>
              <a:spcPct val="35000"/>
            </a:spcAft>
            <a:buNone/>
          </a:pPr>
          <a:r>
            <a:rPr lang="en-US" sz="1800" kern="1200"/>
            <a:t>Aggregates loss ratio by origination month across loan portfolios.</a:t>
          </a:r>
        </a:p>
      </dsp:txBody>
      <dsp:txXfrm>
        <a:off x="3753192" y="2141437"/>
        <a:ext cx="6846472" cy="851969"/>
      </dsp:txXfrm>
    </dsp:sp>
    <dsp:sp modelId="{FBCEB308-63F4-4A94-8ECC-C639E5DCD024}">
      <dsp:nvSpPr>
        <dsp:cNvPr id="0" name=""/>
        <dsp:cNvSpPr/>
      </dsp:nvSpPr>
      <dsp:spPr>
        <a:xfrm>
          <a:off x="-536487" y="3172636"/>
          <a:ext cx="11241506" cy="85196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1A295D-7CC9-4F7D-9FAB-EBE34261A42C}">
      <dsp:nvSpPr>
        <dsp:cNvPr id="0" name=""/>
        <dsp:cNvSpPr/>
      </dsp:nvSpPr>
      <dsp:spPr>
        <a:xfrm>
          <a:off x="-314064" y="3398092"/>
          <a:ext cx="468583" cy="46858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4D6D9F-4C3D-45EA-A748-B070CCD35FA5}">
      <dsp:nvSpPr>
        <dsp:cNvPr id="0" name=""/>
        <dsp:cNvSpPr/>
      </dsp:nvSpPr>
      <dsp:spPr>
        <a:xfrm>
          <a:off x="412239" y="3206399"/>
          <a:ext cx="5058677" cy="851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7" tIns="90167" rIns="90167" bIns="90167" numCol="1" spcCol="1270" anchor="ctr" anchorCtr="0">
          <a:noAutofit/>
        </a:bodyPr>
        <a:lstStyle/>
        <a:p>
          <a:pPr marL="0" lvl="0" indent="0" algn="l" defTabSz="844550">
            <a:lnSpc>
              <a:spcPct val="100000"/>
            </a:lnSpc>
            <a:spcBef>
              <a:spcPct val="0"/>
            </a:spcBef>
            <a:spcAft>
              <a:spcPct val="35000"/>
            </a:spcAft>
            <a:buNone/>
          </a:pPr>
          <a:r>
            <a:rPr lang="en-US" sz="1900" kern="1200" err="1"/>
            <a:t>mv_roll_rate</a:t>
          </a:r>
          <a:r>
            <a:rPr lang="en-US" sz="1900" kern="1200"/>
            <a:t>:</a:t>
          </a:r>
        </a:p>
      </dsp:txBody>
      <dsp:txXfrm>
        <a:off x="412239" y="3206399"/>
        <a:ext cx="5058677" cy="851969"/>
      </dsp:txXfrm>
    </dsp:sp>
    <dsp:sp modelId="{20E67951-8EF8-443A-A4F3-FC7275AC51CA}">
      <dsp:nvSpPr>
        <dsp:cNvPr id="0" name=""/>
        <dsp:cNvSpPr/>
      </dsp:nvSpPr>
      <dsp:spPr>
        <a:xfrm>
          <a:off x="3395751" y="3188857"/>
          <a:ext cx="7487870" cy="851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7" tIns="90167" rIns="90167" bIns="90167" numCol="1" spcCol="1270" anchor="ctr" anchorCtr="0">
          <a:noAutofit/>
        </a:bodyPr>
        <a:lstStyle/>
        <a:p>
          <a:pPr marL="0" lvl="0" indent="0" algn="l" defTabSz="800100">
            <a:lnSpc>
              <a:spcPct val="100000"/>
            </a:lnSpc>
            <a:spcBef>
              <a:spcPct val="0"/>
            </a:spcBef>
            <a:spcAft>
              <a:spcPct val="35000"/>
            </a:spcAft>
            <a:buNone/>
          </a:pPr>
          <a:r>
            <a:rPr lang="en-US" sz="1800" kern="1200"/>
            <a:t>Tracks transitions between delinquency buckets </a:t>
          </a:r>
          <a:r>
            <a:rPr lang="en-US" sz="1800" kern="1200">
              <a:latin typeface="Frutiger 45 bold"/>
            </a:rPr>
            <a:t>i.e.</a:t>
          </a:r>
          <a:endParaRPr lang="en-US" sz="1800" kern="1200"/>
        </a:p>
      </dsp:txBody>
      <dsp:txXfrm>
        <a:off x="3395751" y="3188857"/>
        <a:ext cx="7487870" cy="851969"/>
      </dsp:txXfrm>
    </dsp:sp>
    <dsp:sp modelId="{7097B7D7-3C4A-464E-9F0A-988826EEF342}">
      <dsp:nvSpPr>
        <dsp:cNvPr id="0" name=""/>
        <dsp:cNvSpPr/>
      </dsp:nvSpPr>
      <dsp:spPr>
        <a:xfrm>
          <a:off x="-571785" y="4255761"/>
          <a:ext cx="11241506" cy="85196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79D77F-59A2-4AEB-A738-66FBC7824E5F}">
      <dsp:nvSpPr>
        <dsp:cNvPr id="0" name=""/>
        <dsp:cNvSpPr/>
      </dsp:nvSpPr>
      <dsp:spPr>
        <a:xfrm>
          <a:off x="-314064" y="4463054"/>
          <a:ext cx="468583" cy="46858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C36CC5-1598-4FBB-A91D-0B34E168494B}">
      <dsp:nvSpPr>
        <dsp:cNvPr id="0" name=""/>
        <dsp:cNvSpPr/>
      </dsp:nvSpPr>
      <dsp:spPr>
        <a:xfrm>
          <a:off x="235792" y="4271361"/>
          <a:ext cx="5058677" cy="851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7" tIns="90167" rIns="90167" bIns="90167" numCol="1" spcCol="1270" anchor="ctr" anchorCtr="0">
          <a:noAutofit/>
        </a:bodyPr>
        <a:lstStyle/>
        <a:p>
          <a:pPr marL="0" lvl="0" indent="0" algn="l" defTabSz="844550">
            <a:lnSpc>
              <a:spcPct val="100000"/>
            </a:lnSpc>
            <a:spcBef>
              <a:spcPct val="0"/>
            </a:spcBef>
            <a:spcAft>
              <a:spcPct val="35000"/>
            </a:spcAft>
            <a:buNone/>
          </a:pPr>
          <a:r>
            <a:rPr lang="en-US" sz="1900" kern="1200" err="1"/>
            <a:t>mv_collections_effectiveness</a:t>
          </a:r>
          <a:r>
            <a:rPr lang="en-US" sz="1900" kern="1200"/>
            <a:t>:</a:t>
          </a:r>
        </a:p>
      </dsp:txBody>
      <dsp:txXfrm>
        <a:off x="235792" y="4271361"/>
        <a:ext cx="5058677" cy="851969"/>
      </dsp:txXfrm>
    </dsp:sp>
    <dsp:sp modelId="{67B5CEDE-FEE5-457E-AA13-B88BCA4D27C4}">
      <dsp:nvSpPr>
        <dsp:cNvPr id="0" name=""/>
        <dsp:cNvSpPr/>
      </dsp:nvSpPr>
      <dsp:spPr>
        <a:xfrm>
          <a:off x="3601833" y="4254790"/>
          <a:ext cx="7302394" cy="851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7" tIns="90167" rIns="90167" bIns="90167" numCol="1" spcCol="1270" anchor="ctr" anchorCtr="0">
          <a:noAutofit/>
        </a:bodyPr>
        <a:lstStyle/>
        <a:p>
          <a:pPr marL="0" lvl="0" indent="0" algn="l" defTabSz="800100">
            <a:lnSpc>
              <a:spcPct val="100000"/>
            </a:lnSpc>
            <a:spcBef>
              <a:spcPct val="0"/>
            </a:spcBef>
            <a:spcAft>
              <a:spcPct val="35000"/>
            </a:spcAft>
            <a:buNone/>
          </a:pPr>
          <a:r>
            <a:rPr lang="en-US" sz="1800" kern="1200"/>
            <a:t>Summarizes Promise-To-Pay (PTP) kept percentage and cure rates for each </a:t>
          </a:r>
          <a:r>
            <a:rPr lang="en-US" sz="1800" kern="1200" err="1"/>
            <a:t>loan_id</a:t>
          </a:r>
          <a:r>
            <a:rPr lang="en-US" sz="1800" kern="1200"/>
            <a:t>.</a:t>
          </a:r>
        </a:p>
      </dsp:txBody>
      <dsp:txXfrm>
        <a:off x="3601833" y="4254790"/>
        <a:ext cx="7302394" cy="85196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815575-2691-4DB9-A0FA-9344053FE2C7}">
      <dsp:nvSpPr>
        <dsp:cNvPr id="0" name=""/>
        <dsp:cNvSpPr/>
      </dsp:nvSpPr>
      <dsp:spPr>
        <a:xfrm>
          <a:off x="575981" y="389442"/>
          <a:ext cx="2386011" cy="14304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baseline="0"/>
            <a:t>Applied in </a:t>
          </a:r>
          <a:r>
            <a:rPr lang="en-US" sz="2000" kern="1200" baseline="0" err="1"/>
            <a:t>DimCustomer</a:t>
          </a:r>
          <a:r>
            <a:rPr lang="en-US" sz="2000" kern="1200" baseline="0"/>
            <a:t> table:</a:t>
          </a:r>
          <a:endParaRPr lang="en-IN" sz="2000" kern="1200" baseline="0"/>
        </a:p>
      </dsp:txBody>
      <dsp:txXfrm>
        <a:off x="617877" y="431338"/>
        <a:ext cx="2302219" cy="1346633"/>
      </dsp:txXfrm>
    </dsp:sp>
    <dsp:sp modelId="{618E1CC4-431F-457F-BBAD-6A36E147E2D4}">
      <dsp:nvSpPr>
        <dsp:cNvPr id="0" name=""/>
        <dsp:cNvSpPr/>
      </dsp:nvSpPr>
      <dsp:spPr>
        <a:xfrm>
          <a:off x="814582" y="1819867"/>
          <a:ext cx="1285120" cy="455613"/>
        </a:xfrm>
        <a:custGeom>
          <a:avLst/>
          <a:gdLst/>
          <a:ahLst/>
          <a:cxnLst/>
          <a:rect l="0" t="0" r="0" b="0"/>
          <a:pathLst>
            <a:path>
              <a:moveTo>
                <a:pt x="0" y="0"/>
              </a:moveTo>
              <a:lnTo>
                <a:pt x="0" y="455613"/>
              </a:lnTo>
              <a:lnTo>
                <a:pt x="1285120" y="45561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4BE992-320A-4624-8A08-0CB7BE701BD7}">
      <dsp:nvSpPr>
        <dsp:cNvPr id="0" name=""/>
        <dsp:cNvSpPr/>
      </dsp:nvSpPr>
      <dsp:spPr>
        <a:xfrm>
          <a:off x="2099703" y="2048949"/>
          <a:ext cx="2121565" cy="45306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baseline="0"/>
            <a:t>Customer name</a:t>
          </a:r>
          <a:endParaRPr lang="en-IN" sz="2000" kern="1200" baseline="0"/>
        </a:p>
      </dsp:txBody>
      <dsp:txXfrm>
        <a:off x="2112973" y="2062219"/>
        <a:ext cx="2095025" cy="426523"/>
      </dsp:txXfrm>
    </dsp:sp>
    <dsp:sp modelId="{8946EFFF-B287-417D-9327-3CDA4FBF995E}">
      <dsp:nvSpPr>
        <dsp:cNvPr id="0" name=""/>
        <dsp:cNvSpPr/>
      </dsp:nvSpPr>
      <dsp:spPr>
        <a:xfrm>
          <a:off x="814582" y="1819867"/>
          <a:ext cx="1285120" cy="1041520"/>
        </a:xfrm>
        <a:custGeom>
          <a:avLst/>
          <a:gdLst/>
          <a:ahLst/>
          <a:cxnLst/>
          <a:rect l="0" t="0" r="0" b="0"/>
          <a:pathLst>
            <a:path>
              <a:moveTo>
                <a:pt x="0" y="0"/>
              </a:moveTo>
              <a:lnTo>
                <a:pt x="0" y="1041520"/>
              </a:lnTo>
              <a:lnTo>
                <a:pt x="1285120" y="10415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DB5E33-B76F-46BA-9C98-43FC791FC262}">
      <dsp:nvSpPr>
        <dsp:cNvPr id="0" name=""/>
        <dsp:cNvSpPr/>
      </dsp:nvSpPr>
      <dsp:spPr>
        <a:xfrm>
          <a:off x="2099703" y="2704382"/>
          <a:ext cx="2097773" cy="3140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baseline="0"/>
            <a:t>email</a:t>
          </a:r>
          <a:endParaRPr lang="en-IN" sz="2000" kern="1200" baseline="0"/>
        </a:p>
      </dsp:txBody>
      <dsp:txXfrm>
        <a:off x="2108900" y="2713579"/>
        <a:ext cx="2079379" cy="295617"/>
      </dsp:txXfrm>
    </dsp:sp>
    <dsp:sp modelId="{7BB4472E-C20C-4C93-AD2D-AB43310A64D6}">
      <dsp:nvSpPr>
        <dsp:cNvPr id="0" name=""/>
        <dsp:cNvSpPr/>
      </dsp:nvSpPr>
      <dsp:spPr>
        <a:xfrm>
          <a:off x="814582" y="1819867"/>
          <a:ext cx="1285120" cy="1594392"/>
        </a:xfrm>
        <a:custGeom>
          <a:avLst/>
          <a:gdLst/>
          <a:ahLst/>
          <a:cxnLst/>
          <a:rect l="0" t="0" r="0" b="0"/>
          <a:pathLst>
            <a:path>
              <a:moveTo>
                <a:pt x="0" y="0"/>
              </a:moveTo>
              <a:lnTo>
                <a:pt x="0" y="1594392"/>
              </a:lnTo>
              <a:lnTo>
                <a:pt x="1285120" y="15943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2E4640-F82E-4EC3-A4DF-E9B9607F156B}">
      <dsp:nvSpPr>
        <dsp:cNvPr id="0" name=""/>
        <dsp:cNvSpPr/>
      </dsp:nvSpPr>
      <dsp:spPr>
        <a:xfrm rot="10800000" flipV="1">
          <a:off x="2099703" y="3220763"/>
          <a:ext cx="2467814" cy="3869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baseline="0"/>
            <a:t>phone</a:t>
          </a:r>
          <a:endParaRPr lang="en-IN" sz="2000" kern="1200" baseline="0"/>
        </a:p>
      </dsp:txBody>
      <dsp:txXfrm rot="-10800000">
        <a:off x="2111038" y="3232098"/>
        <a:ext cx="2445144" cy="364324"/>
      </dsp:txXfrm>
    </dsp:sp>
    <dsp:sp modelId="{8C508F6E-5438-4C98-B956-F1816E073B2F}">
      <dsp:nvSpPr>
        <dsp:cNvPr id="0" name=""/>
        <dsp:cNvSpPr/>
      </dsp:nvSpPr>
      <dsp:spPr>
        <a:xfrm>
          <a:off x="719598" y="3961822"/>
          <a:ext cx="3600387" cy="10576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baseline="0"/>
            <a:t>These policies restrict visibility of personal information, showing masked values for users without</a:t>
          </a:r>
          <a:r>
            <a:rPr lang="en-US" sz="1800" kern="1200" baseline="0">
              <a:latin typeface="Frutiger 45 bold"/>
            </a:rPr>
            <a:t> Full Access</a:t>
          </a:r>
          <a:r>
            <a:rPr lang="en-US" sz="1800" kern="1200" baseline="0"/>
            <a:t> roles.</a:t>
          </a:r>
          <a:endParaRPr lang="en-IN" sz="1800" kern="1200" baseline="0"/>
        </a:p>
      </dsp:txBody>
      <dsp:txXfrm>
        <a:off x="750574" y="3992798"/>
        <a:ext cx="3538435" cy="9956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C60B0B-133C-4C48-B60A-D2B34B75D681}">
      <dsp:nvSpPr>
        <dsp:cNvPr id="0" name=""/>
        <dsp:cNvSpPr/>
      </dsp:nvSpPr>
      <dsp:spPr>
        <a:xfrm>
          <a:off x="0" y="62502"/>
          <a:ext cx="5747656" cy="6364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Established a secure data share to expose selected, approved data for controlled external access.</a:t>
          </a:r>
        </a:p>
      </dsp:txBody>
      <dsp:txXfrm>
        <a:off x="31070" y="93572"/>
        <a:ext cx="5685516" cy="574340"/>
      </dsp:txXfrm>
    </dsp:sp>
    <dsp:sp modelId="{FC39FAED-F6EE-455C-9CEB-9C28C7E69DD5}">
      <dsp:nvSpPr>
        <dsp:cNvPr id="0" name=""/>
        <dsp:cNvSpPr/>
      </dsp:nvSpPr>
      <dsp:spPr>
        <a:xfrm>
          <a:off x="0" y="840915"/>
          <a:ext cx="5747656" cy="6364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Shared views:</a:t>
          </a:r>
        </a:p>
      </dsp:txBody>
      <dsp:txXfrm>
        <a:off x="31070" y="871985"/>
        <a:ext cx="5685516" cy="574340"/>
      </dsp:txXfrm>
    </dsp:sp>
    <dsp:sp modelId="{4904B0A8-522C-42F7-BD07-B832F424EB97}">
      <dsp:nvSpPr>
        <dsp:cNvPr id="0" name=""/>
        <dsp:cNvSpPr/>
      </dsp:nvSpPr>
      <dsp:spPr>
        <a:xfrm>
          <a:off x="0" y="1477395"/>
          <a:ext cx="5747656"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48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err="1"/>
            <a:t>mv_vintage_performance</a:t>
          </a:r>
        </a:p>
        <a:p>
          <a:pPr marL="114300" lvl="1" indent="-114300" algn="l" defTabSz="533400">
            <a:lnSpc>
              <a:spcPct val="90000"/>
            </a:lnSpc>
            <a:spcBef>
              <a:spcPct val="0"/>
            </a:spcBef>
            <a:spcAft>
              <a:spcPct val="20000"/>
            </a:spcAft>
            <a:buChar char="•"/>
          </a:pPr>
          <a:r>
            <a:rPr lang="en-US" sz="1200" kern="1200" err="1"/>
            <a:t>mv_collections_effectiveness</a:t>
          </a:r>
          <a:endParaRPr lang="en-US" sz="1200" kern="1200"/>
        </a:p>
      </dsp:txBody>
      <dsp:txXfrm>
        <a:off x="0" y="1477395"/>
        <a:ext cx="5747656" cy="414000"/>
      </dsp:txXfrm>
    </dsp:sp>
    <dsp:sp modelId="{6DDC948A-BD8F-4053-9EC1-8746618A8C65}">
      <dsp:nvSpPr>
        <dsp:cNvPr id="0" name=""/>
        <dsp:cNvSpPr/>
      </dsp:nvSpPr>
      <dsp:spPr>
        <a:xfrm>
          <a:off x="0" y="1891395"/>
          <a:ext cx="5747656" cy="6364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Reader Account Accessibility:</a:t>
          </a:r>
        </a:p>
      </dsp:txBody>
      <dsp:txXfrm>
        <a:off x="31070" y="1922465"/>
        <a:ext cx="5685516" cy="574340"/>
      </dsp:txXfrm>
    </dsp:sp>
    <dsp:sp modelId="{74CF08A4-B958-41B1-B269-BB2503068838}">
      <dsp:nvSpPr>
        <dsp:cNvPr id="0" name=""/>
        <dsp:cNvSpPr/>
      </dsp:nvSpPr>
      <dsp:spPr>
        <a:xfrm>
          <a:off x="0" y="2527875"/>
          <a:ext cx="5747656"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48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Tested and validated that external reader accounts can access only the designated materialized views included in the secure share.</a:t>
          </a:r>
        </a:p>
      </dsp:txBody>
      <dsp:txXfrm>
        <a:off x="0" y="2527875"/>
        <a:ext cx="5747656" cy="380880"/>
      </dsp:txXfrm>
    </dsp:sp>
    <dsp:sp modelId="{BA8A671D-775F-4044-A82E-6043BEDD80A7}">
      <dsp:nvSpPr>
        <dsp:cNvPr id="0" name=""/>
        <dsp:cNvSpPr/>
      </dsp:nvSpPr>
      <dsp:spPr>
        <a:xfrm>
          <a:off x="0" y="2908755"/>
          <a:ext cx="5747656" cy="6364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Documenting Sharing Process:</a:t>
          </a:r>
        </a:p>
      </dsp:txBody>
      <dsp:txXfrm>
        <a:off x="31070" y="2939825"/>
        <a:ext cx="5685516" cy="574340"/>
      </dsp:txXfrm>
    </dsp:sp>
    <dsp:sp modelId="{D19F7918-F7A0-4F69-B682-D99BB9710370}">
      <dsp:nvSpPr>
        <dsp:cNvPr id="0" name=""/>
        <dsp:cNvSpPr/>
      </dsp:nvSpPr>
      <dsp:spPr>
        <a:xfrm>
          <a:off x="0" y="3545235"/>
          <a:ext cx="5747656"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48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The step-by-step sharing process was documented, including granting privileges, verifying access, and maintaining an audit trail for all share interactions.</a:t>
          </a:r>
        </a:p>
      </dsp:txBody>
      <dsp:txXfrm>
        <a:off x="0" y="3545235"/>
        <a:ext cx="5747656" cy="380880"/>
      </dsp:txXfrm>
    </dsp:sp>
    <dsp:sp modelId="{C00B9462-3212-4BBA-A433-19DC5C65DA66}">
      <dsp:nvSpPr>
        <dsp:cNvPr id="0" name=""/>
        <dsp:cNvSpPr/>
      </dsp:nvSpPr>
      <dsp:spPr>
        <a:xfrm>
          <a:off x="0" y="3926114"/>
          <a:ext cx="5747656" cy="6364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Benefits:</a:t>
          </a:r>
        </a:p>
      </dsp:txBody>
      <dsp:txXfrm>
        <a:off x="31070" y="3957184"/>
        <a:ext cx="5685516" cy="574340"/>
      </dsp:txXfrm>
    </dsp:sp>
    <dsp:sp modelId="{5178831F-9045-4679-B5A4-F8F7C1CEE933}">
      <dsp:nvSpPr>
        <dsp:cNvPr id="0" name=""/>
        <dsp:cNvSpPr/>
      </dsp:nvSpPr>
      <dsp:spPr>
        <a:xfrm>
          <a:off x="0" y="4562594"/>
          <a:ext cx="5747656"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48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Facilitates collaborative analytics between teams and business units without full data replication..</a:t>
          </a:r>
        </a:p>
      </dsp:txBody>
      <dsp:txXfrm>
        <a:off x="0" y="4562594"/>
        <a:ext cx="5747656" cy="38088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412D67-2B4E-9F55-6EDC-F2256BD021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668C3D-E520-C942-CFB7-27E263C06F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296E7-6EEA-4CEF-8F27-97AAB1939405}" type="datetimeFigureOut">
              <a:rPr lang="en-US" smtClean="0"/>
              <a:t>11/13/2025</a:t>
            </a:fld>
            <a:endParaRPr lang="en-US"/>
          </a:p>
        </p:txBody>
      </p:sp>
      <p:sp>
        <p:nvSpPr>
          <p:cNvPr id="4" name="Footer Placeholder 3">
            <a:extLst>
              <a:ext uri="{FF2B5EF4-FFF2-40B4-BE49-F238E27FC236}">
                <a16:creationId xmlns:a16="http://schemas.microsoft.com/office/drawing/2014/main" id="{15EDE418-482A-7A43-F10A-2705951C1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3D5FD8-B708-FF93-D8FD-7A2F3AD618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8EA95-EEDE-466E-B94C-8B572EEF9CB7}" type="slidenum">
              <a:rPr lang="en-US" smtClean="0"/>
              <a:t>‹#›</a:t>
            </a:fld>
            <a:endParaRPr lang="en-US"/>
          </a:p>
        </p:txBody>
      </p:sp>
    </p:spTree>
    <p:extLst>
      <p:ext uri="{BB962C8B-B14F-4D97-AF65-F5344CB8AC3E}">
        <p14:creationId xmlns:p14="http://schemas.microsoft.com/office/powerpoint/2010/main" val="6989948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971710-F6B3-46B2-B66D-B726C1C4643E}"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FDE90-EC05-4A9A-A8A8-D5D2FF41F61E}" type="slidenum">
              <a:rPr lang="en-IN" smtClean="0"/>
              <a:t>‹#›</a:t>
            </a:fld>
            <a:endParaRPr lang="en-IN"/>
          </a:p>
        </p:txBody>
      </p:sp>
    </p:spTree>
    <p:extLst>
      <p:ext uri="{BB962C8B-B14F-4D97-AF65-F5344CB8AC3E}">
        <p14:creationId xmlns:p14="http://schemas.microsoft.com/office/powerpoint/2010/main" val="653257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95FDE90-EC05-4A9A-A8A8-D5D2FF41F61E}" type="slidenum">
              <a:rPr lang="en-IN" smtClean="0"/>
              <a:t>11</a:t>
            </a:fld>
            <a:endParaRPr lang="en-IN"/>
          </a:p>
        </p:txBody>
      </p:sp>
    </p:spTree>
    <p:extLst>
      <p:ext uri="{BB962C8B-B14F-4D97-AF65-F5344CB8AC3E}">
        <p14:creationId xmlns:p14="http://schemas.microsoft.com/office/powerpoint/2010/main" val="3159910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95FDE90-EC05-4A9A-A8A8-D5D2FF41F61E}" type="slidenum">
              <a:rPr lang="en-IN" smtClean="0"/>
              <a:t>12</a:t>
            </a:fld>
            <a:endParaRPr lang="en-IN"/>
          </a:p>
        </p:txBody>
      </p:sp>
    </p:spTree>
    <p:extLst>
      <p:ext uri="{BB962C8B-B14F-4D97-AF65-F5344CB8AC3E}">
        <p14:creationId xmlns:p14="http://schemas.microsoft.com/office/powerpoint/2010/main" val="33740841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0EA10B1E-4FA2-D72F-F444-DB648FFEB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82" t="1147" b="4270"/>
          <a:stretch/>
        </p:blipFill>
        <p:spPr>
          <a:xfrm>
            <a:off x="-28124" y="0"/>
            <a:ext cx="12220123" cy="6858000"/>
          </a:xfrm>
          <a:prstGeom prst="rect">
            <a:avLst/>
          </a:prstGeom>
        </p:spPr>
      </p:pic>
      <p:sp>
        <p:nvSpPr>
          <p:cNvPr id="16" name="Title 1">
            <a:extLst>
              <a:ext uri="{FF2B5EF4-FFF2-40B4-BE49-F238E27FC236}">
                <a16:creationId xmlns:a16="http://schemas.microsoft.com/office/drawing/2014/main" id="{F6931615-3EFD-406D-8CAB-500F498BBC26}"/>
              </a:ext>
            </a:extLst>
          </p:cNvPr>
          <p:cNvSpPr>
            <a:spLocks noGrp="1"/>
          </p:cNvSpPr>
          <p:nvPr>
            <p:ph type="ctrTitle" hasCustomPrompt="1"/>
          </p:nvPr>
        </p:nvSpPr>
        <p:spPr>
          <a:xfrm>
            <a:off x="1089891" y="3006522"/>
            <a:ext cx="8937171" cy="1421928"/>
          </a:xfrm>
          <a:noFill/>
        </p:spPr>
        <p:txBody>
          <a:bodyPr wrap="square" rtlCol="0">
            <a:spAutoFit/>
          </a:bodyPr>
          <a:lstStyle>
            <a:lvl1pPr>
              <a:defRPr lang="en-US" sz="4800" b="1" dirty="0">
                <a:solidFill>
                  <a:schemeClr val="bg1"/>
                </a:solidFill>
                <a:latin typeface="Frutiger 45 Light" pitchFamily="2" charset="0"/>
                <a:ea typeface="Frutiger 45 Light" pitchFamily="2" charset="0"/>
                <a:cs typeface="Calibri" panose="020F0502020204030204" pitchFamily="34" charset="0"/>
              </a:defRPr>
            </a:lvl1pPr>
          </a:lstStyle>
          <a:p>
            <a:pPr marL="0" lvl="0"/>
            <a:r>
              <a:rPr lang="en-US"/>
              <a:t>Click to edit </a:t>
            </a:r>
            <a:br>
              <a:rPr lang="en-US"/>
            </a:br>
            <a:r>
              <a:rPr lang="en-US"/>
              <a:t>Master title style</a:t>
            </a:r>
          </a:p>
        </p:txBody>
      </p:sp>
      <p:sp>
        <p:nvSpPr>
          <p:cNvPr id="22" name="Title 1">
            <a:extLst>
              <a:ext uri="{FF2B5EF4-FFF2-40B4-BE49-F238E27FC236}">
                <a16:creationId xmlns:a16="http://schemas.microsoft.com/office/drawing/2014/main" id="{51413D66-879B-990C-642E-1E1E0D8F30F0}"/>
              </a:ext>
            </a:extLst>
          </p:cNvPr>
          <p:cNvSpPr txBox="1">
            <a:spLocks/>
          </p:cNvSpPr>
          <p:nvPr userDrawn="1"/>
        </p:nvSpPr>
        <p:spPr>
          <a:xfrm>
            <a:off x="1089891" y="4473456"/>
            <a:ext cx="8937171" cy="438582"/>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en-US" sz="4800" b="1" kern="1200" dirty="0">
                <a:solidFill>
                  <a:schemeClr val="bg1"/>
                </a:solidFill>
                <a:latin typeface="Frutiger 45 Light" pitchFamily="2" charset="0"/>
                <a:ea typeface="Frutiger 45 Light" pitchFamily="2" charset="0"/>
                <a:cs typeface="Calibri" panose="020F0502020204030204" pitchFamily="34" charset="0"/>
              </a:defRPr>
            </a:lvl1pPr>
          </a:lstStyle>
          <a:p>
            <a:r>
              <a:rPr lang="en-US" sz="2500"/>
              <a:t>Click to edit Master title style</a:t>
            </a:r>
          </a:p>
        </p:txBody>
      </p:sp>
      <p:sp>
        <p:nvSpPr>
          <p:cNvPr id="2" name="Title 1">
            <a:extLst>
              <a:ext uri="{FF2B5EF4-FFF2-40B4-BE49-F238E27FC236}">
                <a16:creationId xmlns:a16="http://schemas.microsoft.com/office/drawing/2014/main" id="{5E5EFC81-BEEE-352B-0244-DD36B67B80C9}"/>
              </a:ext>
            </a:extLst>
          </p:cNvPr>
          <p:cNvSpPr txBox="1">
            <a:spLocks/>
          </p:cNvSpPr>
          <p:nvPr userDrawn="1"/>
        </p:nvSpPr>
        <p:spPr>
          <a:xfrm>
            <a:off x="1089890" y="5263013"/>
            <a:ext cx="8937171" cy="587533"/>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en-US" sz="4800" b="1" kern="1200" dirty="0">
                <a:solidFill>
                  <a:schemeClr val="bg1"/>
                </a:solidFill>
                <a:latin typeface="Frutiger 45 Light" pitchFamily="2" charset="0"/>
                <a:ea typeface="Frutiger 45 Light" pitchFamily="2" charset="0"/>
                <a:cs typeface="Calibri" panose="020F0502020204030204" pitchFamily="34" charset="0"/>
              </a:defRPr>
            </a:lvl1pPr>
          </a:lstStyle>
          <a:p>
            <a:pPr>
              <a:lnSpc>
                <a:spcPts val="2000"/>
              </a:lnSpc>
            </a:pPr>
            <a:r>
              <a:rPr lang="en-US" sz="1400" b="1"/>
              <a:t>Presenter Name</a:t>
            </a:r>
          </a:p>
          <a:p>
            <a:pPr>
              <a:lnSpc>
                <a:spcPts val="2000"/>
              </a:lnSpc>
            </a:pPr>
            <a:r>
              <a:rPr lang="en-US" sz="1400" b="0"/>
              <a:t>Month, 20XX</a:t>
            </a:r>
          </a:p>
        </p:txBody>
      </p:sp>
      <p:pic>
        <p:nvPicPr>
          <p:cNvPr id="12" name="Picture 11">
            <a:extLst>
              <a:ext uri="{FF2B5EF4-FFF2-40B4-BE49-F238E27FC236}">
                <a16:creationId xmlns:a16="http://schemas.microsoft.com/office/drawing/2014/main" id="{75A4A541-3236-7C7A-108F-C328E38F39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64934" y="323988"/>
            <a:ext cx="2323604" cy="660012"/>
          </a:xfrm>
          <a:prstGeom prst="rect">
            <a:avLst/>
          </a:prstGeom>
        </p:spPr>
      </p:pic>
    </p:spTree>
    <p:extLst>
      <p:ext uri="{BB962C8B-B14F-4D97-AF65-F5344CB8AC3E}">
        <p14:creationId xmlns:p14="http://schemas.microsoft.com/office/powerpoint/2010/main" val="397585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ext Placeholder 13">
            <a:extLst>
              <a:ext uri="{FF2B5EF4-FFF2-40B4-BE49-F238E27FC236}">
                <a16:creationId xmlns:a16="http://schemas.microsoft.com/office/drawing/2014/main" id="{9B01B99F-2CE5-433C-8F7A-483D41C4A998}"/>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22" name="Picture 21" descr="Background pattern&#10;&#10;Description automatically generated">
            <a:extLst>
              <a:ext uri="{FF2B5EF4-FFF2-40B4-BE49-F238E27FC236}">
                <a16:creationId xmlns:a16="http://schemas.microsoft.com/office/drawing/2014/main" id="{27D409DF-402A-DD18-BFCE-8888573143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23" name="Marcador de número de diapositiva 5">
            <a:extLst>
              <a:ext uri="{FF2B5EF4-FFF2-40B4-BE49-F238E27FC236}">
                <a16:creationId xmlns:a16="http://schemas.microsoft.com/office/drawing/2014/main" id="{B982187F-CBBE-F09C-0F6F-730E0F0B1244}"/>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
        <p:nvSpPr>
          <p:cNvPr id="11" name="Content Placeholder 2">
            <a:extLst>
              <a:ext uri="{FF2B5EF4-FFF2-40B4-BE49-F238E27FC236}">
                <a16:creationId xmlns:a16="http://schemas.microsoft.com/office/drawing/2014/main" id="{8E5456A7-BE66-D18D-4755-5BE1D37DDEF5}"/>
              </a:ext>
            </a:extLst>
          </p:cNvPr>
          <p:cNvSpPr>
            <a:spLocks noGrp="1"/>
          </p:cNvSpPr>
          <p:nvPr>
            <p:ph idx="15"/>
          </p:nvPr>
        </p:nvSpPr>
        <p:spPr>
          <a:xfrm>
            <a:off x="533400" y="1822450"/>
            <a:ext cx="11125200" cy="4351338"/>
          </a:xfrm>
        </p:spPr>
        <p:txBody>
          <a:bodyPr>
            <a:normAutofit/>
          </a:bodyPr>
          <a:lstStyle>
            <a:lvl1pPr>
              <a:defRPr lang="en-US" sz="1200" b="1" dirty="0" smtClean="0">
                <a:solidFill>
                  <a:srgbClr val="595959"/>
                </a:solidFill>
                <a:latin typeface="Frutiger 45 Light" pitchFamily="2" charset="0"/>
              </a:defRPr>
            </a:lvl1pPr>
            <a:lvl2pPr>
              <a:defRPr sz="1200">
                <a:solidFill>
                  <a:srgbClr val="595959"/>
                </a:solidFill>
                <a:latin typeface="Frutiger 45 Light" pitchFamily="2" charset="0"/>
              </a:defRPr>
            </a:lvl2pPr>
            <a:lvl3pPr>
              <a:defRPr sz="1200">
                <a:solidFill>
                  <a:srgbClr val="595959"/>
                </a:solidFill>
                <a:latin typeface="Frutiger 45 Light" pitchFamily="2" charset="0"/>
              </a:defRPr>
            </a:lvl3pPr>
            <a:lvl4pPr>
              <a:defRPr sz="1200">
                <a:solidFill>
                  <a:srgbClr val="595959"/>
                </a:solidFill>
                <a:latin typeface="Frutiger 45 Light" pitchFamily="2" charset="0"/>
              </a:defRPr>
            </a:lvl4pPr>
            <a:lvl5pPr>
              <a:defRPr sz="12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spTree>
    <p:extLst>
      <p:ext uri="{BB962C8B-B14F-4D97-AF65-F5344CB8AC3E}">
        <p14:creationId xmlns:p14="http://schemas.microsoft.com/office/powerpoint/2010/main" val="2109235218"/>
      </p:ext>
    </p:extLst>
  </p:cSld>
  <p:clrMapOvr>
    <a:masterClrMapping/>
  </p:clrMapOvr>
  <p:extLst>
    <p:ext uri="{DCECCB84-F9BA-43D5-87BE-67443E8EF086}">
      <p15:sldGuideLst xmlns:p15="http://schemas.microsoft.com/office/powerpoint/2012/main">
        <p15:guide id="1" orient="horz" pos="4032" userDrawn="1">
          <p15:clr>
            <a:srgbClr val="FBAE40"/>
          </p15:clr>
        </p15:guide>
        <p15:guide id="2" pos="336" userDrawn="1">
          <p15:clr>
            <a:srgbClr val="FBAE40"/>
          </p15:clr>
        </p15:guide>
        <p15:guide id="3" orient="horz" pos="288" userDrawn="1">
          <p15:clr>
            <a:srgbClr val="FBAE40"/>
          </p15:clr>
        </p15:guide>
        <p15:guide id="4" pos="73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1"/>
          <a:lstStyle>
            <a:lvl1pPr>
              <a:lnSpc>
                <a:spcPts val="1700"/>
              </a:lnSpc>
              <a:defRPr lang="en-US" sz="2400" b="1" kern="1200" dirty="0" smtClean="0">
                <a:solidFill>
                  <a:schemeClr val="tx1"/>
                </a:solidFill>
                <a:latin typeface="+mn-lt"/>
                <a:ea typeface="+mn-ea"/>
                <a:cs typeface="+mn-cs"/>
              </a:defRPr>
            </a:lvl1pPr>
            <a:lvl2pPr>
              <a:lnSpc>
                <a:spcPts val="1700"/>
              </a:lnSpc>
              <a:defRPr lang="en-US" sz="2000" kern="1200" dirty="0" smtClean="0">
                <a:solidFill>
                  <a:schemeClr val="tx1"/>
                </a:solidFill>
                <a:latin typeface="+mn-lt"/>
                <a:ea typeface="+mn-ea"/>
                <a:cs typeface="+mn-cs"/>
              </a:defRPr>
            </a:lvl2pPr>
            <a:lvl3pPr marL="342900" indent="-342900">
              <a:lnSpc>
                <a:spcPts val="1700"/>
              </a:lnSpc>
              <a:defRPr lang="en-US" sz="18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7" name="Picture 6" descr="Background pattern&#10;&#10;Description automatically generated">
            <a:extLst>
              <a:ext uri="{FF2B5EF4-FFF2-40B4-BE49-F238E27FC236}">
                <a16:creationId xmlns:a16="http://schemas.microsoft.com/office/drawing/2014/main" id="{438F9EE4-1525-DA32-B6BF-F9D4E4DA0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E9EC46A4-50CA-5032-642E-472F2C66E949}"/>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1958657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2">
            <a:normAutofit/>
          </a:bodyPr>
          <a:lstStyle>
            <a:lvl1pPr>
              <a:lnSpc>
                <a:spcPts val="1700"/>
              </a:lnSpc>
              <a:defRPr lang="en-US" sz="1400" b="1" kern="1200" dirty="0" smtClean="0">
                <a:solidFill>
                  <a:schemeClr val="tx1"/>
                </a:solidFill>
                <a:latin typeface="+mn-lt"/>
                <a:ea typeface="+mn-ea"/>
                <a:cs typeface="+mn-cs"/>
              </a:defRPr>
            </a:lvl1pPr>
            <a:lvl2pPr>
              <a:lnSpc>
                <a:spcPts val="1700"/>
              </a:lnSpc>
              <a:defRPr lang="en-US" sz="1400" kern="1200" dirty="0" smtClean="0">
                <a:solidFill>
                  <a:schemeClr val="tx1"/>
                </a:solidFill>
                <a:latin typeface="+mn-lt"/>
                <a:ea typeface="+mn-ea"/>
                <a:cs typeface="+mn-cs"/>
              </a:defRPr>
            </a:lvl2pPr>
            <a:lvl3pPr marL="342900" indent="-342900">
              <a:lnSpc>
                <a:spcPts val="1700"/>
              </a:lnSpc>
              <a:defRPr lang="en-US" sz="14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7" name="Picture 6" descr="Background pattern&#10;&#10;Description automatically generated">
            <a:extLst>
              <a:ext uri="{FF2B5EF4-FFF2-40B4-BE49-F238E27FC236}">
                <a16:creationId xmlns:a16="http://schemas.microsoft.com/office/drawing/2014/main" id="{BAEB0E49-39B0-037C-0357-6C4472DC156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4E4B298F-D75D-0E89-ED3D-DF0CF1A87E27}"/>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2066571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3">
            <a:normAutofit/>
          </a:bodyPr>
          <a:lstStyle>
            <a:lvl1pPr>
              <a:lnSpc>
                <a:spcPts val="1700"/>
              </a:lnSpc>
              <a:defRPr lang="en-US" sz="1400" b="1" kern="1200" dirty="0" smtClean="0">
                <a:solidFill>
                  <a:schemeClr val="tx1"/>
                </a:solidFill>
                <a:latin typeface="+mn-lt"/>
                <a:ea typeface="+mn-ea"/>
                <a:cs typeface="+mn-cs"/>
              </a:defRPr>
            </a:lvl1pPr>
            <a:lvl2pPr>
              <a:lnSpc>
                <a:spcPts val="1700"/>
              </a:lnSpc>
              <a:defRPr lang="en-US" sz="1400" kern="1200" dirty="0" smtClean="0">
                <a:solidFill>
                  <a:schemeClr val="tx1"/>
                </a:solidFill>
                <a:latin typeface="+mn-lt"/>
                <a:ea typeface="+mn-ea"/>
                <a:cs typeface="+mn-cs"/>
              </a:defRPr>
            </a:lvl2pPr>
            <a:lvl3pPr marL="342900" indent="-342900">
              <a:lnSpc>
                <a:spcPts val="1700"/>
              </a:lnSpc>
              <a:defRPr lang="en-US" sz="14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7" name="Picture 6" descr="Background pattern&#10;&#10;Description automatically generated">
            <a:extLst>
              <a:ext uri="{FF2B5EF4-FFF2-40B4-BE49-F238E27FC236}">
                <a16:creationId xmlns:a16="http://schemas.microsoft.com/office/drawing/2014/main" id="{07F8B13B-8E7C-F321-BF83-177D747B10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4BB16B3F-018F-71E7-B239-96DA6F36DEB4}"/>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416452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F55D43F-875F-4E2B-82B9-5EEDDAEA63F8}"/>
              </a:ext>
            </a:extLst>
          </p:cNvPr>
          <p:cNvSpPr>
            <a:spLocks noGrp="1"/>
          </p:cNvSpPr>
          <p:nvPr>
            <p:ph type="title"/>
          </p:nvPr>
        </p:nvSpPr>
        <p:spPr>
          <a:xfrm>
            <a:off x="533398" y="989299"/>
            <a:ext cx="8610601" cy="2852737"/>
          </a:xfrm>
        </p:spPr>
        <p:txBody>
          <a:bodyPr anchor="b">
            <a:normAutofit/>
          </a:bodyPr>
          <a:lstStyle>
            <a:lvl1pPr>
              <a:defRPr lang="en-US" sz="4400" b="1" kern="1200" dirty="0">
                <a:solidFill>
                  <a:srgbClr val="595959"/>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title style</a:t>
            </a:r>
          </a:p>
        </p:txBody>
      </p:sp>
      <p:sp>
        <p:nvSpPr>
          <p:cNvPr id="20" name="Text Placeholder 2">
            <a:extLst>
              <a:ext uri="{FF2B5EF4-FFF2-40B4-BE49-F238E27FC236}">
                <a16:creationId xmlns:a16="http://schemas.microsoft.com/office/drawing/2014/main" id="{F18B4745-7445-43DB-B108-3CDCB28A7AE9}"/>
              </a:ext>
            </a:extLst>
          </p:cNvPr>
          <p:cNvSpPr>
            <a:spLocks noGrp="1"/>
          </p:cNvSpPr>
          <p:nvPr>
            <p:ph type="body" idx="1"/>
          </p:nvPr>
        </p:nvSpPr>
        <p:spPr>
          <a:xfrm>
            <a:off x="533398" y="3869024"/>
            <a:ext cx="8610602" cy="1500187"/>
          </a:xfrm>
        </p:spPr>
        <p:txBody>
          <a:bodyPr/>
          <a:lstStyle>
            <a:lvl1pPr marL="0" indent="0">
              <a:buNone/>
              <a:defRPr sz="2400">
                <a:solidFill>
                  <a:srgbClr val="595959"/>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 Placeholder 13">
            <a:extLst>
              <a:ext uri="{FF2B5EF4-FFF2-40B4-BE49-F238E27FC236}">
                <a16:creationId xmlns:a16="http://schemas.microsoft.com/office/drawing/2014/main" id="{5A424433-CA37-48A1-EF7E-E44DEC8944A4}"/>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10" name="Picture 9" descr="Background pattern&#10;&#10;Description automatically generated">
            <a:extLst>
              <a:ext uri="{FF2B5EF4-FFF2-40B4-BE49-F238E27FC236}">
                <a16:creationId xmlns:a16="http://schemas.microsoft.com/office/drawing/2014/main" id="{7B593DD1-E696-84F5-997E-395CB4B340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8" name="Marcador de número de diapositiva 5">
            <a:extLst>
              <a:ext uri="{FF2B5EF4-FFF2-40B4-BE49-F238E27FC236}">
                <a16:creationId xmlns:a16="http://schemas.microsoft.com/office/drawing/2014/main" id="{179C2830-1743-9FEA-4F66-BCE7925B9DB5}"/>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078886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A6A7051-5A82-D471-602E-39E158F6B1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
        <p:nvSpPr>
          <p:cNvPr id="17" name="Title 1">
            <a:extLst>
              <a:ext uri="{FF2B5EF4-FFF2-40B4-BE49-F238E27FC236}">
                <a16:creationId xmlns:a16="http://schemas.microsoft.com/office/drawing/2014/main" id="{81628252-EFFE-45BA-BB6B-80B43271D7B9}"/>
              </a:ext>
            </a:extLst>
          </p:cNvPr>
          <p:cNvSpPr>
            <a:spLocks noGrp="1"/>
          </p:cNvSpPr>
          <p:nvPr>
            <p:ph type="title" hasCustomPrompt="1"/>
          </p:nvPr>
        </p:nvSpPr>
        <p:spPr>
          <a:xfrm>
            <a:off x="5593242" y="1508588"/>
            <a:ext cx="5864980" cy="2852737"/>
          </a:xfrm>
        </p:spPr>
        <p:txBody>
          <a:bodyPr anchor="b">
            <a:normAutofit/>
          </a:bodyPr>
          <a:lstStyle>
            <a:lvl1pPr>
              <a:defRPr lang="en-US" sz="4400" b="1" kern="1200" dirty="0">
                <a:solidFill>
                  <a:schemeClr val="bg1"/>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title style</a:t>
            </a:r>
          </a:p>
        </p:txBody>
      </p:sp>
      <p:sp>
        <p:nvSpPr>
          <p:cNvPr id="18" name="Text Placeholder 2">
            <a:extLst>
              <a:ext uri="{FF2B5EF4-FFF2-40B4-BE49-F238E27FC236}">
                <a16:creationId xmlns:a16="http://schemas.microsoft.com/office/drawing/2014/main" id="{4994D909-A7BC-465C-8A9B-65471E73FB39}"/>
              </a:ext>
            </a:extLst>
          </p:cNvPr>
          <p:cNvSpPr>
            <a:spLocks noGrp="1"/>
          </p:cNvSpPr>
          <p:nvPr>
            <p:ph type="body" idx="1"/>
          </p:nvPr>
        </p:nvSpPr>
        <p:spPr>
          <a:xfrm>
            <a:off x="5593242" y="4388313"/>
            <a:ext cx="5864980" cy="1500187"/>
          </a:xfrm>
        </p:spPr>
        <p:txBody>
          <a:bodyPr/>
          <a:lstStyle>
            <a:lvl1pPr marL="0" indent="0">
              <a:buNone/>
              <a:defRPr sz="24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 name="TextBox 1">
            <a:extLst>
              <a:ext uri="{FF2B5EF4-FFF2-40B4-BE49-F238E27FC236}">
                <a16:creationId xmlns:a16="http://schemas.microsoft.com/office/drawing/2014/main" id="{17921F3B-DFDD-3880-4A59-92315D909E94}"/>
              </a:ext>
            </a:extLst>
          </p:cNvPr>
          <p:cNvSpPr txBox="1"/>
          <p:nvPr userDrawn="1"/>
        </p:nvSpPr>
        <p:spPr>
          <a:xfrm>
            <a:off x="3048000" y="6425185"/>
            <a:ext cx="6096000" cy="248979"/>
          </a:xfrm>
          <a:prstGeom prst="rect">
            <a:avLst/>
          </a:prstGeom>
          <a:noFill/>
        </p:spPr>
        <p:txBody>
          <a:bodyPr wrap="square">
            <a:spAutoFit/>
          </a:bodyPr>
          <a:lstStyle/>
          <a:p>
            <a:pPr algn="ctr">
              <a:lnSpc>
                <a:spcPct val="107000"/>
              </a:lnSpc>
              <a:spcAft>
                <a:spcPts val="800"/>
              </a:spcAft>
            </a:pPr>
            <a:r>
              <a:rPr lang="en-US" sz="1000">
                <a:solidFill>
                  <a:schemeClr val="bg2"/>
                </a:solidFill>
                <a:effectLst/>
                <a:latin typeface="Frutiger LT Pro 45 Light" panose="020B0403030504020204" pitchFamily="34" charset="77"/>
                <a:ea typeface="Frutiger LT Pro 45 Light" panose="020B0403030504020204" pitchFamily="34" charset="77"/>
                <a:cs typeface="Calibri" panose="020F0502020204030204" pitchFamily="34" charset="0"/>
              </a:rPr>
              <a:t>©</a:t>
            </a:r>
            <a:r>
              <a:rPr lang="en-US" sz="1000" err="1">
                <a:solidFill>
                  <a:schemeClr val="bg2"/>
                </a:solidFill>
                <a:effectLst/>
                <a:latin typeface="Frutiger LT Pro 45 Light" panose="020B0403030504020204" pitchFamily="34" charset="77"/>
                <a:ea typeface="Frutiger LT Pro 45 Light" panose="020B0403030504020204" pitchFamily="34" charset="77"/>
                <a:cs typeface="Calibri" panose="020F0502020204030204" pitchFamily="34" charset="0"/>
              </a:rPr>
              <a:t>LTIMindtree</a:t>
            </a:r>
            <a:r>
              <a:rPr lang="en-US" sz="1000">
                <a:solidFill>
                  <a:schemeClr val="bg2"/>
                </a:solidFill>
                <a:effectLst/>
                <a:latin typeface="Frutiger LT Pro 45 Light" panose="020B0403030504020204" pitchFamily="34" charset="77"/>
                <a:ea typeface="Frutiger LT Pro 45 Light" panose="020B0403030504020204" pitchFamily="34" charset="77"/>
                <a:cs typeface="Calibri" panose="020F0502020204030204" pitchFamily="34" charset="0"/>
              </a:rPr>
              <a:t> | Privileged and Confidential 2022</a:t>
            </a:r>
            <a:endParaRPr lang="en-IN" sz="1000">
              <a:solidFill>
                <a:schemeClr val="bg2"/>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pic>
        <p:nvPicPr>
          <p:cNvPr id="9" name="Picture 8">
            <a:extLst>
              <a:ext uri="{FF2B5EF4-FFF2-40B4-BE49-F238E27FC236}">
                <a16:creationId xmlns:a16="http://schemas.microsoft.com/office/drawing/2014/main" id="{8227DD45-CE2E-85E8-642D-93DED37DD35E}"/>
              </a:ext>
            </a:extLst>
          </p:cNvPr>
          <p:cNvPicPr>
            <a:picLocks noChangeAspect="1"/>
          </p:cNvPicPr>
          <p:nvPr userDrawn="1"/>
        </p:nvPicPr>
        <p:blipFill>
          <a:blip r:embed="rId3">
            <a:lum bright="100000" contrast="100000"/>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4061228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DD9C106-CE49-4F1B-A6DE-3C9818CAFB5C}"/>
              </a:ext>
            </a:extLst>
          </p:cNvPr>
          <p:cNvSpPr>
            <a:spLocks noGrp="1"/>
          </p:cNvSpPr>
          <p:nvPr>
            <p:ph idx="15"/>
          </p:nvPr>
        </p:nvSpPr>
        <p:spPr>
          <a:xfrm>
            <a:off x="533399" y="1655302"/>
            <a:ext cx="5486399" cy="4351338"/>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sp>
        <p:nvSpPr>
          <p:cNvPr id="16" name="Content Placeholder 2">
            <a:extLst>
              <a:ext uri="{FF2B5EF4-FFF2-40B4-BE49-F238E27FC236}">
                <a16:creationId xmlns:a16="http://schemas.microsoft.com/office/drawing/2014/main" id="{0E8BB916-CDFC-439C-B0EF-513AE7B06ACB}"/>
              </a:ext>
            </a:extLst>
          </p:cNvPr>
          <p:cNvSpPr>
            <a:spLocks noGrp="1"/>
          </p:cNvSpPr>
          <p:nvPr>
            <p:ph idx="16"/>
          </p:nvPr>
        </p:nvSpPr>
        <p:spPr>
          <a:xfrm>
            <a:off x="6172201" y="1655302"/>
            <a:ext cx="5486398" cy="4351338"/>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sp>
        <p:nvSpPr>
          <p:cNvPr id="20" name="Text Placeholder 13">
            <a:extLst>
              <a:ext uri="{FF2B5EF4-FFF2-40B4-BE49-F238E27FC236}">
                <a16:creationId xmlns:a16="http://schemas.microsoft.com/office/drawing/2014/main" id="{78651CBE-E342-762C-71AB-7A346C0BD17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8" name="Picture 7" descr="Background pattern&#10;&#10;Description automatically generated">
            <a:extLst>
              <a:ext uri="{FF2B5EF4-FFF2-40B4-BE49-F238E27FC236}">
                <a16:creationId xmlns:a16="http://schemas.microsoft.com/office/drawing/2014/main" id="{0D37EA21-4965-A1A5-EFE5-F1DB9D9A98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1" name="Marcador de número de diapositiva 5">
            <a:extLst>
              <a:ext uri="{FF2B5EF4-FFF2-40B4-BE49-F238E27FC236}">
                <a16:creationId xmlns:a16="http://schemas.microsoft.com/office/drawing/2014/main" id="{CACE2F8E-F80A-F347-8E9C-243A79D7388E}"/>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619278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704641-62E4-4217-A4FB-1461DCB34942}"/>
              </a:ext>
            </a:extLst>
          </p:cNvPr>
          <p:cNvSpPr>
            <a:spLocks noGrp="1"/>
          </p:cNvSpPr>
          <p:nvPr>
            <p:ph type="body" idx="1"/>
          </p:nvPr>
        </p:nvSpPr>
        <p:spPr>
          <a:xfrm>
            <a:off x="533399" y="1436914"/>
            <a:ext cx="5533119" cy="1068161"/>
          </a:xfrm>
        </p:spPr>
        <p:txBody>
          <a:bodyPr anchor="b">
            <a:noAutofit/>
          </a:bodyPr>
          <a:lstStyle>
            <a:lvl1pPr marL="0" indent="0">
              <a:buNone/>
              <a:defRPr lang="en-US" sz="2400" b="1" kern="1200" dirty="0">
                <a:solidFill>
                  <a:srgbClr val="595959"/>
                </a:solidFill>
                <a:latin typeface="+mj-lt"/>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5" name="Text Placeholder 4">
            <a:extLst>
              <a:ext uri="{FF2B5EF4-FFF2-40B4-BE49-F238E27FC236}">
                <a16:creationId xmlns:a16="http://schemas.microsoft.com/office/drawing/2014/main" id="{31BF8DFE-7699-41E5-ACEB-81719A7EB98B}"/>
              </a:ext>
            </a:extLst>
          </p:cNvPr>
          <p:cNvSpPr>
            <a:spLocks noGrp="1"/>
          </p:cNvSpPr>
          <p:nvPr>
            <p:ph type="body" sz="quarter" idx="3"/>
          </p:nvPr>
        </p:nvSpPr>
        <p:spPr>
          <a:xfrm>
            <a:off x="6241141" y="1436914"/>
            <a:ext cx="5417458" cy="1068161"/>
          </a:xfrm>
        </p:spPr>
        <p:txBody>
          <a:bodyPr anchor="b">
            <a:noAutofit/>
          </a:bodyPr>
          <a:lstStyle>
            <a:lvl1pPr marL="0" indent="0">
              <a:buNone/>
              <a:defRPr lang="en-US" sz="2400" b="1" kern="1200" dirty="0">
                <a:solidFill>
                  <a:srgbClr val="595959"/>
                </a:solidFill>
                <a:latin typeface="+mj-lt"/>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16" name="Content Placeholder 2">
            <a:extLst>
              <a:ext uri="{FF2B5EF4-FFF2-40B4-BE49-F238E27FC236}">
                <a16:creationId xmlns:a16="http://schemas.microsoft.com/office/drawing/2014/main" id="{F54FF91B-5FE4-409D-BA7F-37376CD5E4AB}"/>
              </a:ext>
            </a:extLst>
          </p:cNvPr>
          <p:cNvSpPr>
            <a:spLocks noGrp="1"/>
          </p:cNvSpPr>
          <p:nvPr>
            <p:ph idx="15"/>
          </p:nvPr>
        </p:nvSpPr>
        <p:spPr>
          <a:xfrm>
            <a:off x="533399" y="2651506"/>
            <a:ext cx="5533119" cy="3432302"/>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sp>
        <p:nvSpPr>
          <p:cNvPr id="18" name="Content Placeholder 2">
            <a:extLst>
              <a:ext uri="{FF2B5EF4-FFF2-40B4-BE49-F238E27FC236}">
                <a16:creationId xmlns:a16="http://schemas.microsoft.com/office/drawing/2014/main" id="{CFDB344D-832A-4E14-93A2-EF0879A2EDA0}"/>
              </a:ext>
            </a:extLst>
          </p:cNvPr>
          <p:cNvSpPr>
            <a:spLocks noGrp="1"/>
          </p:cNvSpPr>
          <p:nvPr>
            <p:ph idx="16"/>
          </p:nvPr>
        </p:nvSpPr>
        <p:spPr>
          <a:xfrm>
            <a:off x="6241141" y="2663457"/>
            <a:ext cx="5417458" cy="3432302"/>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sp>
        <p:nvSpPr>
          <p:cNvPr id="15" name="Text Placeholder 13">
            <a:extLst>
              <a:ext uri="{FF2B5EF4-FFF2-40B4-BE49-F238E27FC236}">
                <a16:creationId xmlns:a16="http://schemas.microsoft.com/office/drawing/2014/main" id="{EF8A07F5-F0F3-56A0-B462-8A048CE69422}"/>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10" name="Picture 9" descr="Background pattern&#10;&#10;Description automatically generated">
            <a:extLst>
              <a:ext uri="{FF2B5EF4-FFF2-40B4-BE49-F238E27FC236}">
                <a16:creationId xmlns:a16="http://schemas.microsoft.com/office/drawing/2014/main" id="{4DD8A8A8-2642-F3FA-DCC7-296A6B23D3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4" name="Marcador de número de diapositiva 5">
            <a:extLst>
              <a:ext uri="{FF2B5EF4-FFF2-40B4-BE49-F238E27FC236}">
                <a16:creationId xmlns:a16="http://schemas.microsoft.com/office/drawing/2014/main" id="{0A8FC8DD-D1CD-B223-1096-CE2AAC973F80}"/>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27192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6CF0EE8-1D27-DB0B-D74F-2627C320CB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4" name="Marcador de número de diapositiva 5">
            <a:extLst>
              <a:ext uri="{FF2B5EF4-FFF2-40B4-BE49-F238E27FC236}">
                <a16:creationId xmlns:a16="http://schemas.microsoft.com/office/drawing/2014/main" id="{3CBCC0C3-A39C-312F-C0F0-B965E11FFDA0}"/>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pic>
        <p:nvPicPr>
          <p:cNvPr id="9" name="Picture 8" descr="Background pattern&#10;&#10;Description automatically generated">
            <a:extLst>
              <a:ext uri="{FF2B5EF4-FFF2-40B4-BE49-F238E27FC236}">
                <a16:creationId xmlns:a16="http://schemas.microsoft.com/office/drawing/2014/main" id="{0E2AFA92-4A8A-D692-CB16-A5351C9E57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862"/>
            <a:ext cx="5760164" cy="4106844"/>
          </a:xfrm>
          <a:prstGeom prst="rect">
            <a:avLst/>
          </a:prstGeom>
        </p:spPr>
      </p:pic>
      <p:sp>
        <p:nvSpPr>
          <p:cNvPr id="8" name="Text Placeholder 13">
            <a:extLst>
              <a:ext uri="{FF2B5EF4-FFF2-40B4-BE49-F238E27FC236}">
                <a16:creationId xmlns:a16="http://schemas.microsoft.com/office/drawing/2014/main" id="{773A9ED4-9BDF-42B0-B98D-5F105B1AC112}"/>
              </a:ext>
            </a:extLst>
          </p:cNvPr>
          <p:cNvSpPr>
            <a:spLocks noGrp="1"/>
          </p:cNvSpPr>
          <p:nvPr>
            <p:ph type="body" sz="quarter" idx="13" hasCustomPrompt="1"/>
          </p:nvPr>
        </p:nvSpPr>
        <p:spPr>
          <a:xfrm>
            <a:off x="1646042" y="961005"/>
            <a:ext cx="8911647" cy="434975"/>
          </a:xfrm>
        </p:spPr>
        <p:txBody>
          <a:bodyPr vert="horz" lIns="91440" tIns="45720" rIns="91440" bIns="45720" rtlCol="0">
            <a:noAutofit/>
          </a:bodyPr>
          <a:lstStyle>
            <a:lvl1pPr>
              <a:defRPr lang="en-US" sz="3200" b="1" dirty="0">
                <a:solidFill>
                  <a:srgbClr val="595959"/>
                </a:solidFill>
                <a:latin typeface="+mj-lt"/>
              </a:defRPr>
            </a:lvl1pPr>
          </a:lstStyle>
          <a:p>
            <a:pPr marL="0" lvl="0" indent="0">
              <a:buFontTx/>
              <a:buNone/>
            </a:pPr>
            <a:r>
              <a:rPr lang="en-US"/>
              <a:t>Title Here</a:t>
            </a:r>
          </a:p>
        </p:txBody>
      </p:sp>
      <p:sp>
        <p:nvSpPr>
          <p:cNvPr id="21" name="Content Placeholder 2">
            <a:extLst>
              <a:ext uri="{FF2B5EF4-FFF2-40B4-BE49-F238E27FC236}">
                <a16:creationId xmlns:a16="http://schemas.microsoft.com/office/drawing/2014/main" id="{EB90635A-C270-48A0-A1B0-C1B896E998AA}"/>
              </a:ext>
            </a:extLst>
          </p:cNvPr>
          <p:cNvSpPr>
            <a:spLocks noGrp="1"/>
          </p:cNvSpPr>
          <p:nvPr>
            <p:ph idx="15"/>
          </p:nvPr>
        </p:nvSpPr>
        <p:spPr>
          <a:xfrm>
            <a:off x="1663792" y="1712849"/>
            <a:ext cx="8864415" cy="3432302"/>
          </a:xfrm>
        </p:spPr>
        <p:txBody>
          <a:bodyPr/>
          <a:lstStyle>
            <a:lvl1pPr>
              <a:defRPr lang="en-US" sz="2400" b="1" dirty="0" smtClean="0">
                <a:solidFill>
                  <a:srgbClr val="595959"/>
                </a:solidFill>
                <a:latin typeface="Frutiger 45 Light" pitchFamily="2" charset="0"/>
              </a:defRPr>
            </a:lvl1pPr>
            <a:lvl2pPr marL="114300" indent="-342900">
              <a:buFont typeface="Wingdings" pitchFamily="2" charset="2"/>
              <a:buChar char="§"/>
              <a:defRPr sz="2000">
                <a:solidFill>
                  <a:srgbClr val="595959"/>
                </a:solidFill>
                <a:latin typeface="Frutiger 45 Light" pitchFamily="2" charset="0"/>
              </a:defRPr>
            </a:lvl2pPr>
            <a:lvl3pPr marL="1085850" indent="-285750">
              <a:buFont typeface="Wingdings" pitchFamily="2" charset="2"/>
              <a:buChar char="§"/>
              <a:defRPr sz="1800">
                <a:solidFill>
                  <a:srgbClr val="595959"/>
                </a:solidFill>
                <a:latin typeface="Frutiger 45 Light" pitchFamily="2" charset="0"/>
              </a:defRPr>
            </a:lvl3pPr>
            <a:lvl4pPr marL="1600200" indent="-285750">
              <a:buFont typeface="Wingdings" pitchFamily="2" charset="2"/>
              <a:buChar char="§"/>
              <a:defRPr sz="1400">
                <a:solidFill>
                  <a:srgbClr val="595959"/>
                </a:solidFill>
                <a:latin typeface="Frutiger 45 Light" pitchFamily="2" charset="0"/>
              </a:defRPr>
            </a:lvl4pPr>
            <a:lvl5pPr>
              <a:buFont typeface="Wingdings" pitchFamily="2" charset="2"/>
              <a:buChar char="§"/>
              <a:defRPr sz="1400">
                <a:solidFill>
                  <a:srgbClr val="595959"/>
                </a:solidFill>
                <a:latin typeface="Frutiger 45 Light" pitchFamily="2" charset="0"/>
              </a:defRPr>
            </a:lvl5pPr>
          </a:lstStyle>
          <a:p>
            <a:pPr marL="228600" lvl="0" indent="-228600" algn="l" defTabSz="914400" rtl="0" eaLnBrk="1" latinLnBrk="0" hangingPunct="1">
              <a:lnSpc>
                <a:spcPct val="90000"/>
              </a:lnSpc>
              <a:spcBef>
                <a:spcPts val="1000"/>
              </a:spcBef>
            </a:pPr>
            <a:r>
              <a:rPr lang="en-US"/>
              <a:t>Click to edit Master text styles</a:t>
            </a:r>
          </a:p>
          <a:p>
            <a:pPr marL="228600" lvl="1" indent="-228600" algn="l" defTabSz="914400" rtl="0" eaLnBrk="1" latinLnBrk="0" hangingPunct="1">
              <a:lnSpc>
                <a:spcPct val="90000"/>
              </a:lnSpc>
              <a:spcBef>
                <a:spcPts val="1000"/>
              </a:spcBef>
            </a:pPr>
            <a:r>
              <a:rPr lang="en-US"/>
              <a:t>Second level</a:t>
            </a:r>
          </a:p>
          <a:p>
            <a:pPr marL="228600" lvl="2" indent="-228600" algn="l" defTabSz="914400" rtl="0" eaLnBrk="1" latinLnBrk="0" hangingPunct="1">
              <a:lnSpc>
                <a:spcPct val="90000"/>
              </a:lnSpc>
              <a:spcBef>
                <a:spcPts val="1000"/>
              </a:spcBef>
            </a:pPr>
            <a:r>
              <a:rPr lang="en-US"/>
              <a:t>Third level</a:t>
            </a:r>
          </a:p>
          <a:p>
            <a:pPr marL="228600" lvl="3" indent="-228600" algn="l" defTabSz="914400" rtl="0" eaLnBrk="1" latinLnBrk="0" hangingPunct="1">
              <a:lnSpc>
                <a:spcPct val="90000"/>
              </a:lnSpc>
              <a:spcBef>
                <a:spcPts val="1000"/>
              </a:spcBef>
            </a:pPr>
            <a:r>
              <a:rPr lang="en-US"/>
              <a:t>Fourth level</a:t>
            </a:r>
          </a:p>
          <a:p>
            <a:pPr marL="228600" lvl="4" indent="-228600" algn="l" defTabSz="914400" rtl="0" eaLnBrk="1" latinLnBrk="0" hangingPunct="1">
              <a:lnSpc>
                <a:spcPct val="90000"/>
              </a:lnSpc>
              <a:spcBef>
                <a:spcPts val="1000"/>
              </a:spcBef>
            </a:pPr>
            <a:r>
              <a:rPr lang="en-US"/>
              <a:t>Fifth level</a:t>
            </a:r>
          </a:p>
        </p:txBody>
      </p:sp>
    </p:spTree>
    <p:extLst>
      <p:ext uri="{BB962C8B-B14F-4D97-AF65-F5344CB8AC3E}">
        <p14:creationId xmlns:p14="http://schemas.microsoft.com/office/powerpoint/2010/main" val="1768689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5C7D-CC90-4232-9BFD-B2B1B29D3D23}"/>
              </a:ext>
            </a:extLst>
          </p:cNvPr>
          <p:cNvSpPr>
            <a:spLocks noGrp="1"/>
          </p:cNvSpPr>
          <p:nvPr>
            <p:ph type="title" hasCustomPrompt="1"/>
          </p:nvPr>
        </p:nvSpPr>
        <p:spPr>
          <a:xfrm>
            <a:off x="533400" y="1163411"/>
            <a:ext cx="10515600" cy="1325563"/>
          </a:xfrm>
        </p:spPr>
        <p:txBody>
          <a:bodyPr>
            <a:normAutofit/>
          </a:bodyPr>
          <a:lstStyle>
            <a:lvl1pPr>
              <a:defRPr lang="en-US" sz="2800" b="1" kern="1200" dirty="0">
                <a:solidFill>
                  <a:srgbClr val="595959"/>
                </a:solidFill>
                <a:latin typeface="Frutiger 45 Light" pitchFamily="2" charset="0"/>
                <a:ea typeface="+mn-ea"/>
                <a:cs typeface="Calibri" panose="020F050202020403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Headline goes here</a:t>
            </a:r>
            <a:br>
              <a:rPr lang="en-US"/>
            </a:br>
            <a:r>
              <a:rPr lang="en-US"/>
              <a:t>Headline goes here</a:t>
            </a:r>
          </a:p>
        </p:txBody>
      </p:sp>
      <p:sp>
        <p:nvSpPr>
          <p:cNvPr id="16" name="Text Placeholder 15">
            <a:extLst>
              <a:ext uri="{FF2B5EF4-FFF2-40B4-BE49-F238E27FC236}">
                <a16:creationId xmlns:a16="http://schemas.microsoft.com/office/drawing/2014/main" id="{06252767-4743-47D6-B4D1-07FC2385DD22}"/>
              </a:ext>
            </a:extLst>
          </p:cNvPr>
          <p:cNvSpPr>
            <a:spLocks noGrp="1"/>
          </p:cNvSpPr>
          <p:nvPr>
            <p:ph type="body" sz="quarter" idx="14"/>
          </p:nvPr>
        </p:nvSpPr>
        <p:spPr>
          <a:xfrm>
            <a:off x="533400" y="2815546"/>
            <a:ext cx="10515600" cy="2743200"/>
          </a:xfrm>
        </p:spPr>
        <p:txBody>
          <a:bodyPr>
            <a:normAutofit/>
          </a:bodyPr>
          <a:lstStyle>
            <a:lvl1pPr marL="0" indent="0">
              <a:buNone/>
              <a:defRPr sz="1600">
                <a:solidFill>
                  <a:srgbClr val="595959"/>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10" name="Text Placeholder 13">
            <a:extLst>
              <a:ext uri="{FF2B5EF4-FFF2-40B4-BE49-F238E27FC236}">
                <a16:creationId xmlns:a16="http://schemas.microsoft.com/office/drawing/2014/main" id="{11611A3D-47D0-3647-0CCE-0CB7D32E60C5}"/>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11" name="Picture 10" descr="Background pattern&#10;&#10;Description automatically generated">
            <a:extLst>
              <a:ext uri="{FF2B5EF4-FFF2-40B4-BE49-F238E27FC236}">
                <a16:creationId xmlns:a16="http://schemas.microsoft.com/office/drawing/2014/main" id="{763F4705-5885-9139-7C1E-5E2F720F77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2" name="Marcador de número de diapositiva 5">
            <a:extLst>
              <a:ext uri="{FF2B5EF4-FFF2-40B4-BE49-F238E27FC236}">
                <a16:creationId xmlns:a16="http://schemas.microsoft.com/office/drawing/2014/main" id="{9314451A-6C5B-D5A1-9DD9-55A1359B67FC}"/>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7755515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6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CDA55D2-453F-4E7D-AF30-1542DF26EE53}"/>
              </a:ext>
            </a:extLst>
          </p:cNvPr>
          <p:cNvSpPr>
            <a:spLocks noGrp="1"/>
          </p:cNvSpPr>
          <p:nvPr>
            <p:ph type="title"/>
          </p:nvPr>
        </p:nvSpPr>
        <p:spPr>
          <a:xfrm>
            <a:off x="478972" y="457200"/>
            <a:ext cx="4293054" cy="1600200"/>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Click to edit Master title style</a:t>
            </a:r>
          </a:p>
        </p:txBody>
      </p:sp>
      <p:sp>
        <p:nvSpPr>
          <p:cNvPr id="16" name="Text Placeholder 3">
            <a:extLst>
              <a:ext uri="{FF2B5EF4-FFF2-40B4-BE49-F238E27FC236}">
                <a16:creationId xmlns:a16="http://schemas.microsoft.com/office/drawing/2014/main" id="{81469E54-C50A-4DB5-B104-9B998831769B}"/>
              </a:ext>
            </a:extLst>
          </p:cNvPr>
          <p:cNvSpPr>
            <a:spLocks noGrp="1"/>
          </p:cNvSpPr>
          <p:nvPr>
            <p:ph type="body" sz="half" idx="2"/>
          </p:nvPr>
        </p:nvSpPr>
        <p:spPr>
          <a:xfrm>
            <a:off x="478972" y="2057400"/>
            <a:ext cx="4293054" cy="3811588"/>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Content Placeholder 2">
            <a:extLst>
              <a:ext uri="{FF2B5EF4-FFF2-40B4-BE49-F238E27FC236}">
                <a16:creationId xmlns:a16="http://schemas.microsoft.com/office/drawing/2014/main" id="{AE8A5CEA-5F4E-4109-ACB7-808AE0D5B170}"/>
              </a:ext>
            </a:extLst>
          </p:cNvPr>
          <p:cNvSpPr>
            <a:spLocks noGrp="1"/>
          </p:cNvSpPr>
          <p:nvPr>
            <p:ph idx="16"/>
          </p:nvPr>
        </p:nvSpPr>
        <p:spPr>
          <a:xfrm>
            <a:off x="5306569" y="2055542"/>
            <a:ext cx="5181599" cy="3813445"/>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a:t>Second level</a:t>
            </a:r>
          </a:p>
          <a:p>
            <a:pPr marL="0" lvl="2" indent="0" algn="l" defTabSz="914400" rtl="0" eaLnBrk="1" latinLnBrk="0" hangingPunct="1">
              <a:lnSpc>
                <a:spcPct val="90000"/>
              </a:lnSpc>
              <a:spcBef>
                <a:spcPts val="1000"/>
              </a:spcBef>
              <a:buFont typeface="Arial" panose="020B0604020202020204" pitchFamily="34" charset="0"/>
              <a:buNone/>
            </a:pPr>
            <a:r>
              <a:rPr lang="en-US"/>
              <a:t>Third level</a:t>
            </a:r>
          </a:p>
          <a:p>
            <a:pPr marL="0" lvl="3" indent="0" algn="l" defTabSz="914400" rtl="0" eaLnBrk="1" latinLnBrk="0" hangingPunct="1">
              <a:lnSpc>
                <a:spcPct val="90000"/>
              </a:lnSpc>
              <a:spcBef>
                <a:spcPts val="1000"/>
              </a:spcBef>
              <a:buFont typeface="Arial" panose="020B0604020202020204" pitchFamily="34" charset="0"/>
              <a:buNone/>
            </a:pPr>
            <a:r>
              <a:rPr lang="en-US"/>
              <a:t>Fourth level</a:t>
            </a:r>
          </a:p>
          <a:p>
            <a:pPr marL="0" lvl="4" indent="0" algn="l" defTabSz="914400" rtl="0" eaLnBrk="1" latinLnBrk="0" hangingPunct="1">
              <a:lnSpc>
                <a:spcPct val="90000"/>
              </a:lnSpc>
              <a:spcBef>
                <a:spcPts val="1000"/>
              </a:spcBef>
              <a:buFont typeface="Arial" panose="020B0604020202020204" pitchFamily="34" charset="0"/>
              <a:buNone/>
            </a:pPr>
            <a:r>
              <a:rPr lang="en-US"/>
              <a:t>Fifth level</a:t>
            </a:r>
          </a:p>
        </p:txBody>
      </p:sp>
      <p:pic>
        <p:nvPicPr>
          <p:cNvPr id="9" name="Picture 8" descr="Background pattern&#10;&#10;Description automatically generated">
            <a:extLst>
              <a:ext uri="{FF2B5EF4-FFF2-40B4-BE49-F238E27FC236}">
                <a16:creationId xmlns:a16="http://schemas.microsoft.com/office/drawing/2014/main" id="{7916254B-43C5-9C82-7FF6-BC881992F7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0" name="Marcador de número de diapositiva 5">
            <a:extLst>
              <a:ext uri="{FF2B5EF4-FFF2-40B4-BE49-F238E27FC236}">
                <a16:creationId xmlns:a16="http://schemas.microsoft.com/office/drawing/2014/main" id="{32BAEA48-FEC5-7F2A-1732-CFFB91C99D61}"/>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4050795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B7F8B00-12EF-4751-A034-D733BB7D51B2}"/>
              </a:ext>
            </a:extLst>
          </p:cNvPr>
          <p:cNvSpPr>
            <a:spLocks noGrp="1"/>
          </p:cNvSpPr>
          <p:nvPr>
            <p:ph type="title"/>
          </p:nvPr>
        </p:nvSpPr>
        <p:spPr>
          <a:xfrm>
            <a:off x="478972" y="457200"/>
            <a:ext cx="4293054" cy="1600200"/>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Click to edit Master title style</a:t>
            </a:r>
          </a:p>
        </p:txBody>
      </p:sp>
      <p:sp>
        <p:nvSpPr>
          <p:cNvPr id="12" name="Picture Placeholder 2">
            <a:extLst>
              <a:ext uri="{FF2B5EF4-FFF2-40B4-BE49-F238E27FC236}">
                <a16:creationId xmlns:a16="http://schemas.microsoft.com/office/drawing/2014/main" id="{A5B0E1B6-489C-4643-9FE5-9D4A936A7B8C}"/>
              </a:ext>
            </a:extLst>
          </p:cNvPr>
          <p:cNvSpPr>
            <a:spLocks noGrp="1"/>
          </p:cNvSpPr>
          <p:nvPr>
            <p:ph type="pic" idx="1"/>
          </p:nvPr>
        </p:nvSpPr>
        <p:spPr>
          <a:xfrm>
            <a:off x="5183188" y="0"/>
            <a:ext cx="7008812" cy="6857999"/>
          </a:xfrm>
        </p:spPr>
        <p:txBody>
          <a:bodyPr/>
          <a:lstStyle>
            <a:lvl1pPr marL="0" indent="0">
              <a:buNone/>
              <a:defRPr sz="3200">
                <a:solidFill>
                  <a:srgbClr val="595959"/>
                </a:solidFill>
                <a:latin typeface="Frutiger 45 Light"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3" name="Text Placeholder 3">
            <a:extLst>
              <a:ext uri="{FF2B5EF4-FFF2-40B4-BE49-F238E27FC236}">
                <a16:creationId xmlns:a16="http://schemas.microsoft.com/office/drawing/2014/main" id="{A70DA0CC-8337-43E8-B632-01AC9639E728}"/>
              </a:ext>
            </a:extLst>
          </p:cNvPr>
          <p:cNvSpPr>
            <a:spLocks noGrp="1"/>
          </p:cNvSpPr>
          <p:nvPr>
            <p:ph type="body" sz="half" idx="2"/>
          </p:nvPr>
        </p:nvSpPr>
        <p:spPr>
          <a:xfrm>
            <a:off x="478972" y="2057400"/>
            <a:ext cx="4293054" cy="3811588"/>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Picture 1" descr="Background pattern&#10;&#10;Description automatically generated">
            <a:extLst>
              <a:ext uri="{FF2B5EF4-FFF2-40B4-BE49-F238E27FC236}">
                <a16:creationId xmlns:a16="http://schemas.microsoft.com/office/drawing/2014/main" id="{B70154DA-9096-81F4-B455-E3499A1BD4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3" name="Marcador de número de diapositiva 5">
            <a:extLst>
              <a:ext uri="{FF2B5EF4-FFF2-40B4-BE49-F238E27FC236}">
                <a16:creationId xmlns:a16="http://schemas.microsoft.com/office/drawing/2014/main" id="{3D440A3F-6F49-A806-CA5F-776CACB1FDFB}"/>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732885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2" name="Picture 1" descr="Background pattern&#10;&#10;Description automatically generated">
            <a:extLst>
              <a:ext uri="{FF2B5EF4-FFF2-40B4-BE49-F238E27FC236}">
                <a16:creationId xmlns:a16="http://schemas.microsoft.com/office/drawing/2014/main" id="{1379A390-F031-B6A4-9699-D7473C2034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4" name="Marcador de número de diapositiva 5">
            <a:extLst>
              <a:ext uri="{FF2B5EF4-FFF2-40B4-BE49-F238E27FC236}">
                <a16:creationId xmlns:a16="http://schemas.microsoft.com/office/drawing/2014/main" id="{BA5E112F-F5E3-1239-9356-9397EE4D0862}"/>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199726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3948A3-32FA-5533-16DA-635E26595B61}"/>
              </a:ext>
            </a:extLst>
          </p:cNvPr>
          <p:cNvSpPr/>
          <p:nvPr userDrawn="1"/>
        </p:nvSpPr>
        <p:spPr>
          <a:xfrm flipV="1">
            <a:off x="335168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11" name="Rectangle 10">
            <a:extLst>
              <a:ext uri="{FF2B5EF4-FFF2-40B4-BE49-F238E27FC236}">
                <a16:creationId xmlns:a16="http://schemas.microsoft.com/office/drawing/2014/main" id="{3447ABFF-7AC4-BAD1-41A4-E1FE5B8092EF}"/>
              </a:ext>
            </a:extLst>
          </p:cNvPr>
          <p:cNvSpPr/>
          <p:nvPr userDrawn="1"/>
        </p:nvSpPr>
        <p:spPr>
          <a:xfrm flipV="1">
            <a:off x="53327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0" name="Rectangle 19">
            <a:extLst>
              <a:ext uri="{FF2B5EF4-FFF2-40B4-BE49-F238E27FC236}">
                <a16:creationId xmlns:a16="http://schemas.microsoft.com/office/drawing/2014/main" id="{DB963FEE-DF85-5D77-1E01-49124A2CEAF5}"/>
              </a:ext>
            </a:extLst>
          </p:cNvPr>
          <p:cNvSpPr/>
          <p:nvPr userDrawn="1"/>
        </p:nvSpPr>
        <p:spPr>
          <a:xfrm flipV="1">
            <a:off x="617009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1" name="Rectangle 20">
            <a:extLst>
              <a:ext uri="{FF2B5EF4-FFF2-40B4-BE49-F238E27FC236}">
                <a16:creationId xmlns:a16="http://schemas.microsoft.com/office/drawing/2014/main" id="{D5653896-D7CD-93EE-8417-E2C2E847A910}"/>
              </a:ext>
            </a:extLst>
          </p:cNvPr>
          <p:cNvSpPr/>
          <p:nvPr userDrawn="1"/>
        </p:nvSpPr>
        <p:spPr>
          <a:xfrm flipV="1">
            <a:off x="8988503"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6" name="Picture Placeholder 25">
            <a:extLst>
              <a:ext uri="{FF2B5EF4-FFF2-40B4-BE49-F238E27FC236}">
                <a16:creationId xmlns:a16="http://schemas.microsoft.com/office/drawing/2014/main" id="{12ACBE6E-5DAE-5B6C-1E92-11C9C6623391}"/>
              </a:ext>
            </a:extLst>
          </p:cNvPr>
          <p:cNvSpPr>
            <a:spLocks noGrp="1"/>
          </p:cNvSpPr>
          <p:nvPr>
            <p:ph type="pic" sz="quarter" idx="14" hasCustomPrompt="1"/>
          </p:nvPr>
        </p:nvSpPr>
        <p:spPr>
          <a:xfrm>
            <a:off x="1361829" y="1964039"/>
            <a:ext cx="809494" cy="809495"/>
          </a:xfrm>
          <a:prstGeom prst="ellipse">
            <a:avLst/>
          </a:prstGeom>
          <a:ln>
            <a:noFill/>
          </a:ln>
        </p:spPr>
        <p:txBody>
          <a:bodyPr anchor="ctr">
            <a:noAutofit/>
          </a:bodyPr>
          <a:lstStyle>
            <a:lvl1pPr marL="0" indent="0" algn="ctr">
              <a:buFontTx/>
              <a:buNone/>
              <a:defRPr sz="1800"/>
            </a:lvl1pPr>
          </a:lstStyle>
          <a:p>
            <a:r>
              <a:rPr lang="en-US"/>
              <a:t>icon</a:t>
            </a:r>
          </a:p>
        </p:txBody>
      </p:sp>
      <p:sp>
        <p:nvSpPr>
          <p:cNvPr id="27" name="Picture Placeholder 25">
            <a:extLst>
              <a:ext uri="{FF2B5EF4-FFF2-40B4-BE49-F238E27FC236}">
                <a16:creationId xmlns:a16="http://schemas.microsoft.com/office/drawing/2014/main" id="{15DCB66B-4DA5-68F3-EAAE-A7B0A4F3B1D1}"/>
              </a:ext>
            </a:extLst>
          </p:cNvPr>
          <p:cNvSpPr>
            <a:spLocks noGrp="1"/>
          </p:cNvSpPr>
          <p:nvPr>
            <p:ph type="pic" sz="quarter" idx="15" hasCustomPrompt="1"/>
          </p:nvPr>
        </p:nvSpPr>
        <p:spPr>
          <a:xfrm>
            <a:off x="4180239" y="1964039"/>
            <a:ext cx="809494" cy="809495"/>
          </a:xfrm>
          <a:prstGeom prst="ellipse">
            <a:avLst/>
          </a:prstGeom>
          <a:ln>
            <a:noFill/>
          </a:ln>
        </p:spPr>
        <p:txBody>
          <a:bodyPr anchor="ctr">
            <a:noAutofit/>
          </a:bodyPr>
          <a:lstStyle>
            <a:lvl1pPr marL="0" indent="0" algn="ctr">
              <a:buFontTx/>
              <a:buNone/>
              <a:defRPr sz="1800"/>
            </a:lvl1pPr>
          </a:lstStyle>
          <a:p>
            <a:r>
              <a:rPr lang="en-US"/>
              <a:t>icon</a:t>
            </a:r>
          </a:p>
        </p:txBody>
      </p:sp>
      <p:sp>
        <p:nvSpPr>
          <p:cNvPr id="28" name="Picture Placeholder 25">
            <a:extLst>
              <a:ext uri="{FF2B5EF4-FFF2-40B4-BE49-F238E27FC236}">
                <a16:creationId xmlns:a16="http://schemas.microsoft.com/office/drawing/2014/main" id="{416EDE06-9533-67FB-BF24-DF6C76E3E628}"/>
              </a:ext>
            </a:extLst>
          </p:cNvPr>
          <p:cNvSpPr>
            <a:spLocks noGrp="1"/>
          </p:cNvSpPr>
          <p:nvPr>
            <p:ph type="pic" sz="quarter" idx="16" hasCustomPrompt="1"/>
          </p:nvPr>
        </p:nvSpPr>
        <p:spPr>
          <a:xfrm>
            <a:off x="6998649" y="1964039"/>
            <a:ext cx="809494" cy="809495"/>
          </a:xfrm>
          <a:prstGeom prst="ellipse">
            <a:avLst/>
          </a:prstGeom>
          <a:ln>
            <a:noFill/>
          </a:ln>
        </p:spPr>
        <p:txBody>
          <a:bodyPr anchor="ctr">
            <a:noAutofit/>
          </a:bodyPr>
          <a:lstStyle>
            <a:lvl1pPr marL="0" indent="0" algn="ctr">
              <a:buFontTx/>
              <a:buNone/>
              <a:defRPr sz="1800"/>
            </a:lvl1pPr>
          </a:lstStyle>
          <a:p>
            <a:r>
              <a:rPr lang="en-US"/>
              <a:t>icon</a:t>
            </a:r>
          </a:p>
        </p:txBody>
      </p:sp>
      <p:sp>
        <p:nvSpPr>
          <p:cNvPr id="29" name="Picture Placeholder 25">
            <a:extLst>
              <a:ext uri="{FF2B5EF4-FFF2-40B4-BE49-F238E27FC236}">
                <a16:creationId xmlns:a16="http://schemas.microsoft.com/office/drawing/2014/main" id="{690D0B6E-A10C-4C7A-3858-68AF26206F27}"/>
              </a:ext>
            </a:extLst>
          </p:cNvPr>
          <p:cNvSpPr>
            <a:spLocks noGrp="1"/>
          </p:cNvSpPr>
          <p:nvPr>
            <p:ph type="pic" sz="quarter" idx="17" hasCustomPrompt="1"/>
          </p:nvPr>
        </p:nvSpPr>
        <p:spPr>
          <a:xfrm>
            <a:off x="9817060" y="1964039"/>
            <a:ext cx="809494" cy="809495"/>
          </a:xfrm>
          <a:prstGeom prst="ellipse">
            <a:avLst/>
          </a:prstGeom>
          <a:ln>
            <a:noFill/>
          </a:ln>
        </p:spPr>
        <p:txBody>
          <a:bodyPr anchor="ctr">
            <a:noAutofit/>
          </a:bodyPr>
          <a:lstStyle>
            <a:lvl1pPr marL="0" indent="0" algn="ctr">
              <a:buFontTx/>
              <a:buNone/>
              <a:defRPr sz="1800"/>
            </a:lvl1pPr>
          </a:lstStyle>
          <a:p>
            <a:r>
              <a:rPr lang="en-US"/>
              <a:t>icon</a:t>
            </a:r>
          </a:p>
        </p:txBody>
      </p:sp>
      <p:sp>
        <p:nvSpPr>
          <p:cNvPr id="30" name="Text Placeholder 15">
            <a:extLst>
              <a:ext uri="{FF2B5EF4-FFF2-40B4-BE49-F238E27FC236}">
                <a16:creationId xmlns:a16="http://schemas.microsoft.com/office/drawing/2014/main" id="{7A05C422-6C2D-D524-06F6-FEBC6355E171}"/>
              </a:ext>
            </a:extLst>
          </p:cNvPr>
          <p:cNvSpPr>
            <a:spLocks noGrp="1"/>
          </p:cNvSpPr>
          <p:nvPr>
            <p:ph type="body" sz="quarter" idx="18"/>
          </p:nvPr>
        </p:nvSpPr>
        <p:spPr>
          <a:xfrm>
            <a:off x="63423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1" name="Text Placeholder 15">
            <a:extLst>
              <a:ext uri="{FF2B5EF4-FFF2-40B4-BE49-F238E27FC236}">
                <a16:creationId xmlns:a16="http://schemas.microsoft.com/office/drawing/2014/main" id="{3B1E9743-4863-A723-9C60-5FC5D3DBEA72}"/>
              </a:ext>
            </a:extLst>
          </p:cNvPr>
          <p:cNvSpPr>
            <a:spLocks noGrp="1"/>
          </p:cNvSpPr>
          <p:nvPr>
            <p:ph type="body" sz="quarter" idx="19"/>
          </p:nvPr>
        </p:nvSpPr>
        <p:spPr>
          <a:xfrm>
            <a:off x="345264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2" name="Text Placeholder 15">
            <a:extLst>
              <a:ext uri="{FF2B5EF4-FFF2-40B4-BE49-F238E27FC236}">
                <a16:creationId xmlns:a16="http://schemas.microsoft.com/office/drawing/2014/main" id="{CD805F55-EF87-C927-683C-402E3B434938}"/>
              </a:ext>
            </a:extLst>
          </p:cNvPr>
          <p:cNvSpPr>
            <a:spLocks noGrp="1"/>
          </p:cNvSpPr>
          <p:nvPr>
            <p:ph type="body" sz="quarter" idx="20"/>
          </p:nvPr>
        </p:nvSpPr>
        <p:spPr>
          <a:xfrm>
            <a:off x="627105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3" name="Text Placeholder 15">
            <a:extLst>
              <a:ext uri="{FF2B5EF4-FFF2-40B4-BE49-F238E27FC236}">
                <a16:creationId xmlns:a16="http://schemas.microsoft.com/office/drawing/2014/main" id="{9318E5AB-5357-32EC-1C6F-7497D78CAEE5}"/>
              </a:ext>
            </a:extLst>
          </p:cNvPr>
          <p:cNvSpPr>
            <a:spLocks noGrp="1"/>
          </p:cNvSpPr>
          <p:nvPr>
            <p:ph type="body" sz="quarter" idx="21"/>
          </p:nvPr>
        </p:nvSpPr>
        <p:spPr>
          <a:xfrm>
            <a:off x="9089465"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4" name="Rectangle 33">
            <a:extLst>
              <a:ext uri="{FF2B5EF4-FFF2-40B4-BE49-F238E27FC236}">
                <a16:creationId xmlns:a16="http://schemas.microsoft.com/office/drawing/2014/main" id="{9A48394A-EAF3-AA74-A443-B84109539DEE}"/>
              </a:ext>
            </a:extLst>
          </p:cNvPr>
          <p:cNvSpPr/>
          <p:nvPr userDrawn="1"/>
        </p:nvSpPr>
        <p:spPr>
          <a:xfrm>
            <a:off x="123278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5" name="Rectangle 34">
            <a:extLst>
              <a:ext uri="{FF2B5EF4-FFF2-40B4-BE49-F238E27FC236}">
                <a16:creationId xmlns:a16="http://schemas.microsoft.com/office/drawing/2014/main" id="{51215128-DC01-82B5-FF95-CD17B9ACB12C}"/>
              </a:ext>
            </a:extLst>
          </p:cNvPr>
          <p:cNvSpPr/>
          <p:nvPr userDrawn="1"/>
        </p:nvSpPr>
        <p:spPr>
          <a:xfrm>
            <a:off x="405119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6" name="Rectangle 35">
            <a:extLst>
              <a:ext uri="{FF2B5EF4-FFF2-40B4-BE49-F238E27FC236}">
                <a16:creationId xmlns:a16="http://schemas.microsoft.com/office/drawing/2014/main" id="{80E91DFC-E616-7C47-DF0B-7E06270BF99C}"/>
              </a:ext>
            </a:extLst>
          </p:cNvPr>
          <p:cNvSpPr/>
          <p:nvPr userDrawn="1"/>
        </p:nvSpPr>
        <p:spPr>
          <a:xfrm>
            <a:off x="686960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7" name="Rectangle 36">
            <a:extLst>
              <a:ext uri="{FF2B5EF4-FFF2-40B4-BE49-F238E27FC236}">
                <a16:creationId xmlns:a16="http://schemas.microsoft.com/office/drawing/2014/main" id="{99A168DF-9E56-0C0D-7485-F28F78F2D2C0}"/>
              </a:ext>
            </a:extLst>
          </p:cNvPr>
          <p:cNvSpPr/>
          <p:nvPr userDrawn="1"/>
        </p:nvSpPr>
        <p:spPr>
          <a:xfrm>
            <a:off x="9688017"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8" name="Text Placeholder 15">
            <a:extLst>
              <a:ext uri="{FF2B5EF4-FFF2-40B4-BE49-F238E27FC236}">
                <a16:creationId xmlns:a16="http://schemas.microsoft.com/office/drawing/2014/main" id="{FB3665BC-C3D4-CE79-80F3-7F34FA3ECDE8}"/>
              </a:ext>
            </a:extLst>
          </p:cNvPr>
          <p:cNvSpPr>
            <a:spLocks noGrp="1"/>
          </p:cNvSpPr>
          <p:nvPr>
            <p:ph type="body" sz="quarter" idx="22" hasCustomPrompt="1"/>
          </p:nvPr>
        </p:nvSpPr>
        <p:spPr>
          <a:xfrm>
            <a:off x="634234" y="3298206"/>
            <a:ext cx="2264685" cy="425568"/>
          </a:xfrm>
        </p:spPr>
        <p:txBody>
          <a:bodyPr>
            <a:normAutofit/>
          </a:bodyPr>
          <a:lstStyle>
            <a:lvl1pPr marL="0" indent="0" algn="ctr">
              <a:buNone/>
              <a:defRPr sz="1800">
                <a:solidFill>
                  <a:schemeClr val="tx1"/>
                </a:solidFill>
                <a:latin typeface="Frutiger 45 bold"/>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Heading</a:t>
            </a:r>
          </a:p>
        </p:txBody>
      </p:sp>
      <p:sp>
        <p:nvSpPr>
          <p:cNvPr id="39" name="Text Placeholder 15">
            <a:extLst>
              <a:ext uri="{FF2B5EF4-FFF2-40B4-BE49-F238E27FC236}">
                <a16:creationId xmlns:a16="http://schemas.microsoft.com/office/drawing/2014/main" id="{E06ACF8C-308D-25A7-590F-09AAE35138E8}"/>
              </a:ext>
            </a:extLst>
          </p:cNvPr>
          <p:cNvSpPr>
            <a:spLocks noGrp="1"/>
          </p:cNvSpPr>
          <p:nvPr>
            <p:ph type="body" sz="quarter" idx="23" hasCustomPrompt="1"/>
          </p:nvPr>
        </p:nvSpPr>
        <p:spPr>
          <a:xfrm>
            <a:off x="3452644" y="3298206"/>
            <a:ext cx="2264685" cy="331936"/>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Heading</a:t>
            </a:r>
          </a:p>
        </p:txBody>
      </p:sp>
      <p:sp>
        <p:nvSpPr>
          <p:cNvPr id="40" name="Text Placeholder 15">
            <a:extLst>
              <a:ext uri="{FF2B5EF4-FFF2-40B4-BE49-F238E27FC236}">
                <a16:creationId xmlns:a16="http://schemas.microsoft.com/office/drawing/2014/main" id="{403A7C49-0A7D-6B23-80B7-E91B87827A94}"/>
              </a:ext>
            </a:extLst>
          </p:cNvPr>
          <p:cNvSpPr>
            <a:spLocks noGrp="1"/>
          </p:cNvSpPr>
          <p:nvPr>
            <p:ph type="body" sz="quarter" idx="24" hasCustomPrompt="1"/>
          </p:nvPr>
        </p:nvSpPr>
        <p:spPr>
          <a:xfrm>
            <a:off x="6271054" y="3298206"/>
            <a:ext cx="2264685" cy="330272"/>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Heading</a:t>
            </a:r>
          </a:p>
        </p:txBody>
      </p:sp>
      <p:sp>
        <p:nvSpPr>
          <p:cNvPr id="41" name="Text Placeholder 15">
            <a:extLst>
              <a:ext uri="{FF2B5EF4-FFF2-40B4-BE49-F238E27FC236}">
                <a16:creationId xmlns:a16="http://schemas.microsoft.com/office/drawing/2014/main" id="{9F247137-B811-1C0C-3ECF-8920F2723A09}"/>
              </a:ext>
            </a:extLst>
          </p:cNvPr>
          <p:cNvSpPr>
            <a:spLocks noGrp="1"/>
          </p:cNvSpPr>
          <p:nvPr>
            <p:ph type="body" sz="quarter" idx="25" hasCustomPrompt="1"/>
          </p:nvPr>
        </p:nvSpPr>
        <p:spPr>
          <a:xfrm>
            <a:off x="9089465" y="3298206"/>
            <a:ext cx="2264685" cy="330272"/>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Heading</a:t>
            </a:r>
          </a:p>
        </p:txBody>
      </p:sp>
      <p:sp>
        <p:nvSpPr>
          <p:cNvPr id="16" name="Text Placeholder 13">
            <a:extLst>
              <a:ext uri="{FF2B5EF4-FFF2-40B4-BE49-F238E27FC236}">
                <a16:creationId xmlns:a16="http://schemas.microsoft.com/office/drawing/2014/main" id="{EE57E6F6-95E1-BB44-5A8A-95D03F02DCEF}"/>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pic>
        <p:nvPicPr>
          <p:cNvPr id="2" name="Picture 1" descr="Background pattern&#10;&#10;Description automatically generated">
            <a:extLst>
              <a:ext uri="{FF2B5EF4-FFF2-40B4-BE49-F238E27FC236}">
                <a16:creationId xmlns:a16="http://schemas.microsoft.com/office/drawing/2014/main" id="{6B00E7C7-88E6-A7F9-7356-C605C6E380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2" name="Marcador de número de diapositiva 5">
            <a:extLst>
              <a:ext uri="{FF2B5EF4-FFF2-40B4-BE49-F238E27FC236}">
                <a16:creationId xmlns:a16="http://schemas.microsoft.com/office/drawing/2014/main" id="{3BA9357F-11E9-B623-DB32-AA16F0336D11}"/>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601563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6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descr="A picture containing blur&#10;&#10;Description automatically generated">
            <a:extLst>
              <a:ext uri="{FF2B5EF4-FFF2-40B4-BE49-F238E27FC236}">
                <a16:creationId xmlns:a16="http://schemas.microsoft.com/office/drawing/2014/main" id="{EF438032-1F77-BBEA-C7C7-8ED95C652F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1999" cy="6858000"/>
          </a:xfrm>
          <a:prstGeom prst="rect">
            <a:avLst/>
          </a:prstGeom>
        </p:spPr>
      </p:pic>
      <p:sp>
        <p:nvSpPr>
          <p:cNvPr id="4" name="Title 1">
            <a:extLst>
              <a:ext uri="{FF2B5EF4-FFF2-40B4-BE49-F238E27FC236}">
                <a16:creationId xmlns:a16="http://schemas.microsoft.com/office/drawing/2014/main" id="{E6EEB829-6CD0-4395-A39D-7E253A77EA0C}"/>
              </a:ext>
            </a:extLst>
          </p:cNvPr>
          <p:cNvSpPr>
            <a:spLocks noGrp="1"/>
          </p:cNvSpPr>
          <p:nvPr>
            <p:ph type="ctrTitle" hasCustomPrompt="1"/>
          </p:nvPr>
        </p:nvSpPr>
        <p:spPr>
          <a:xfrm>
            <a:off x="1882435" y="2765913"/>
            <a:ext cx="3601189" cy="1326174"/>
          </a:xfrm>
        </p:spPr>
        <p:txBody>
          <a:bodyPr vert="horz" lIns="91440" tIns="45720" rIns="91440" bIns="45720" rtlCol="0" anchor="b">
            <a:noAutofit/>
          </a:bodyPr>
          <a:lstStyle>
            <a:lvl1pPr>
              <a:defRPr lang="en-US" sz="44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Thank you</a:t>
            </a:r>
          </a:p>
        </p:txBody>
      </p:sp>
      <p:sp>
        <p:nvSpPr>
          <p:cNvPr id="8" name="Text Placeholder 3">
            <a:extLst>
              <a:ext uri="{FF2B5EF4-FFF2-40B4-BE49-F238E27FC236}">
                <a16:creationId xmlns:a16="http://schemas.microsoft.com/office/drawing/2014/main" id="{5A4C7068-0752-FBFE-5D91-4C5EF463A731}"/>
              </a:ext>
            </a:extLst>
          </p:cNvPr>
          <p:cNvSpPr>
            <a:spLocks noGrp="1"/>
          </p:cNvSpPr>
          <p:nvPr>
            <p:ph type="body" sz="half" idx="2"/>
          </p:nvPr>
        </p:nvSpPr>
        <p:spPr>
          <a:xfrm>
            <a:off x="1882435" y="4233333"/>
            <a:ext cx="4293054" cy="664810"/>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5" name="TextBox 34">
            <a:extLst>
              <a:ext uri="{FF2B5EF4-FFF2-40B4-BE49-F238E27FC236}">
                <a16:creationId xmlns:a16="http://schemas.microsoft.com/office/drawing/2014/main" id="{F0FA6A43-0AD4-BED3-13C7-0AF5B9BB3FF3}"/>
              </a:ext>
            </a:extLst>
          </p:cNvPr>
          <p:cNvSpPr txBox="1"/>
          <p:nvPr userDrawn="1"/>
        </p:nvSpPr>
        <p:spPr>
          <a:xfrm>
            <a:off x="3048000" y="6423303"/>
            <a:ext cx="6096000" cy="246221"/>
          </a:xfrm>
          <a:prstGeom prst="rect">
            <a:avLst/>
          </a:prstGeom>
          <a:noFill/>
        </p:spPr>
        <p:txBody>
          <a:bodyPr wrap="square">
            <a:spAutoFit/>
          </a:bodyPr>
          <a:lstStyle/>
          <a:p>
            <a:pPr algn="ctr"/>
            <a:r>
              <a:rPr lang="en-US" sz="1000" b="0" i="0" spc="50" baseline="0" err="1">
                <a:solidFill>
                  <a:srgbClr val="595959"/>
                </a:solidFill>
                <a:effectLst/>
                <a:latin typeface="Frutiger 45 Light" pitchFamily="2" charset="0"/>
              </a:rPr>
              <a:t>LTIMindtree</a:t>
            </a:r>
            <a:r>
              <a:rPr lang="en-US" sz="1000" b="0" i="0" spc="50" baseline="0">
                <a:solidFill>
                  <a:srgbClr val="595959"/>
                </a:solidFill>
                <a:effectLst/>
                <a:latin typeface="Frutiger 45 Light" pitchFamily="2" charset="0"/>
              </a:rPr>
              <a:t> Limited is a subsidiary of Larsen &amp; Toubro Limited</a:t>
            </a:r>
            <a:endParaRPr lang="en-US" sz="1000" b="0" kern="1200" spc="50" baseline="0">
              <a:solidFill>
                <a:srgbClr val="595959"/>
              </a:solidFill>
              <a:latin typeface="Frutiger 45 Light" pitchFamily="2" charset="0"/>
              <a:ea typeface="+mn-ea"/>
              <a:cs typeface="+mn-cs"/>
            </a:endParaRPr>
          </a:p>
        </p:txBody>
      </p:sp>
      <p:pic>
        <p:nvPicPr>
          <p:cNvPr id="2" name="Picture 1">
            <a:extLst>
              <a:ext uri="{FF2B5EF4-FFF2-40B4-BE49-F238E27FC236}">
                <a16:creationId xmlns:a16="http://schemas.microsoft.com/office/drawing/2014/main" id="{F8C452BF-B975-E66F-DD59-26D7F10461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1860366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3685D-D505-42E6-B2A3-1B26BC793250}"/>
              </a:ext>
            </a:extLst>
          </p:cNvPr>
          <p:cNvSpPr>
            <a:spLocks noGrp="1"/>
          </p:cNvSpPr>
          <p:nvPr>
            <p:ph type="title"/>
          </p:nvPr>
        </p:nvSpPr>
        <p:spPr>
          <a:xfrm>
            <a:off x="468086" y="365125"/>
            <a:ext cx="10885714"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20300D-8B9D-444F-97B8-8F7D7E3A37FB}"/>
              </a:ext>
            </a:extLst>
          </p:cNvPr>
          <p:cNvSpPr>
            <a:spLocks noGrp="1"/>
          </p:cNvSpPr>
          <p:nvPr>
            <p:ph type="body" idx="1"/>
          </p:nvPr>
        </p:nvSpPr>
        <p:spPr>
          <a:xfrm>
            <a:off x="468086" y="1825625"/>
            <a:ext cx="10885714"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9DEDB723-1905-4E83-9D47-D0B5CFAA7945}"/>
              </a:ext>
            </a:extLst>
          </p:cNvPr>
          <p:cNvSpPr txBox="1"/>
          <p:nvPr userDrawn="1"/>
        </p:nvSpPr>
        <p:spPr>
          <a:xfrm>
            <a:off x="3048000" y="6425185"/>
            <a:ext cx="6096000" cy="248979"/>
          </a:xfrm>
          <a:prstGeom prst="rect">
            <a:avLst/>
          </a:prstGeom>
          <a:noFill/>
        </p:spPr>
        <p:txBody>
          <a:bodyPr wrap="square">
            <a:spAutoFit/>
          </a:bodyPr>
          <a:lstStyle/>
          <a:p>
            <a:pPr algn="ctr">
              <a:lnSpc>
                <a:spcPct val="107000"/>
              </a:lnSpc>
              <a:spcAft>
                <a:spcPts val="800"/>
              </a:spcAft>
            </a:pPr>
            <a:r>
              <a:rPr lang="en-US" sz="1000">
                <a:solidFill>
                  <a:srgbClr val="97A0A4"/>
                </a:solidFill>
                <a:effectLst/>
                <a:latin typeface="Frutiger LT Pro 45 Light" panose="020B0403030504020204" pitchFamily="34" charset="77"/>
                <a:ea typeface="Frutiger LT Pro 45 Light" panose="020B0403030504020204" pitchFamily="34" charset="77"/>
                <a:cs typeface="Calibri" panose="020F0502020204030204" pitchFamily="34" charset="0"/>
              </a:rPr>
              <a:t>©</a:t>
            </a:r>
            <a:r>
              <a:rPr lang="en-US" sz="1000" err="1">
                <a:solidFill>
                  <a:srgbClr val="97A0A4"/>
                </a:solidFill>
                <a:effectLst/>
                <a:latin typeface="Frutiger LT Pro 45 Light" panose="020B0403030504020204" pitchFamily="34" charset="77"/>
                <a:ea typeface="Frutiger LT Pro 45 Light" panose="020B0403030504020204" pitchFamily="34" charset="77"/>
                <a:cs typeface="Calibri" panose="020F0502020204030204" pitchFamily="34" charset="0"/>
              </a:rPr>
              <a:t>LTIMindtree</a:t>
            </a:r>
            <a:r>
              <a:rPr lang="en-US" sz="1000">
                <a:solidFill>
                  <a:srgbClr val="97A0A4"/>
                </a:solidFill>
                <a:effectLst/>
                <a:latin typeface="Frutiger LT Pro 45 Light" panose="020B0403030504020204" pitchFamily="34" charset="77"/>
                <a:ea typeface="Frutiger LT Pro 45 Light" panose="020B0403030504020204" pitchFamily="34" charset="77"/>
                <a:cs typeface="Calibri" panose="020F0502020204030204" pitchFamily="34" charset="0"/>
              </a:rPr>
              <a:t> | Privileged and Confidential 2022</a:t>
            </a:r>
            <a:endParaRPr lang="en-IN" sz="1000">
              <a:solidFill>
                <a:srgbClr val="595959"/>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sp>
        <p:nvSpPr>
          <p:cNvPr id="4" name="Rectangle 2">
            <a:extLst>
              <a:ext uri="{FF2B5EF4-FFF2-40B4-BE49-F238E27FC236}">
                <a16:creationId xmlns:a16="http://schemas.microsoft.com/office/drawing/2014/main" id="{604E6E1E-7055-8D1B-4C37-9DCF88F2180C}"/>
              </a:ext>
            </a:extLst>
          </p:cNvPr>
          <p:cNvSpPr>
            <a:spLocks noChangeArrowheads="1"/>
          </p:cNvSpPr>
          <p:nvPr userDrawn="1"/>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Box 1073742684">
            <a:extLst>
              <a:ext uri="{FF2B5EF4-FFF2-40B4-BE49-F238E27FC236}">
                <a16:creationId xmlns:a16="http://schemas.microsoft.com/office/drawing/2014/main" id="{CB09C83E-2E41-0B4B-7535-36A14EDE4624}"/>
              </a:ext>
            </a:extLst>
          </p:cNvPr>
          <p:cNvSpPr txBox="1"/>
          <p:nvPr userDrawn="1"/>
        </p:nvSpPr>
        <p:spPr>
          <a:xfrm>
            <a:off x="4620260" y="3278188"/>
            <a:ext cx="2951480" cy="30162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en-IN" sz="1000">
              <a:solidFill>
                <a:srgbClr val="595959"/>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pic>
        <p:nvPicPr>
          <p:cNvPr id="5" name="Picture 4">
            <a:extLst>
              <a:ext uri="{FF2B5EF4-FFF2-40B4-BE49-F238E27FC236}">
                <a16:creationId xmlns:a16="http://schemas.microsoft.com/office/drawing/2014/main" id="{F90561BA-C7F5-9336-C8B6-9C52C6E480B1}"/>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286723292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1" r:id="rId3"/>
    <p:sldLayoutId id="2147483666" r:id="rId4"/>
    <p:sldLayoutId id="2147483665" r:id="rId5"/>
    <p:sldLayoutId id="2147483651" r:id="rId6"/>
    <p:sldLayoutId id="2147483660" r:id="rId7"/>
    <p:sldLayoutId id="2147483652" r:id="rId8"/>
    <p:sldLayoutId id="2147483653" r:id="rId9"/>
    <p:sldLayoutId id="2147483654" r:id="rId10"/>
    <p:sldLayoutId id="2147483658" r:id="rId11"/>
    <p:sldLayoutId id="2147483656" r:id="rId12"/>
    <p:sldLayoutId id="2147483657" r:id="rId13"/>
    <p:sldLayoutId id="2147483664" r:id="rId14"/>
    <p:sldLayoutId id="2147483663" r:id="rId15"/>
    <p:sldLayoutId id="2147483659" r:id="rId16"/>
  </p:sldLayoutIdLst>
  <p:txStyles>
    <p:title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jpeg"/><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 Id="rId4" Type="http://schemas.openxmlformats.org/officeDocument/2006/relationships/image" Target="../media/image50.jpeg"/></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8.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diagramLayout" Target="../diagrams/layout11.xml"/><Relationship Id="rId7" Type="http://schemas.openxmlformats.org/officeDocument/2006/relationships/image" Target="../media/image63.png"/><Relationship Id="rId2" Type="http://schemas.openxmlformats.org/officeDocument/2006/relationships/diagramData" Target="../diagrams/data11.xml"/><Relationship Id="rId1" Type="http://schemas.openxmlformats.org/officeDocument/2006/relationships/slideLayout" Target="../slideLayouts/slideLayout1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diagramLayout" Target="../diagrams/layout12.xml"/><Relationship Id="rId7" Type="http://schemas.openxmlformats.org/officeDocument/2006/relationships/image" Target="../media/image66.png"/><Relationship Id="rId2" Type="http://schemas.openxmlformats.org/officeDocument/2006/relationships/diagramData" Target="../diagrams/data12.xml"/><Relationship Id="rId1" Type="http://schemas.openxmlformats.org/officeDocument/2006/relationships/slideLayout" Target="../slideLayouts/slideLayout8.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DB2B9B-DFAC-0E48-FC1D-B5B0DA45A3F1}"/>
              </a:ext>
            </a:extLst>
          </p:cNvPr>
          <p:cNvSpPr>
            <a:spLocks noGrp="1"/>
          </p:cNvSpPr>
          <p:nvPr>
            <p:ph type="ctrTitle"/>
          </p:nvPr>
        </p:nvSpPr>
        <p:spPr>
          <a:xfrm>
            <a:off x="1151021" y="1008361"/>
            <a:ext cx="9737557" cy="1081904"/>
          </a:xfrm>
        </p:spPr>
        <p:txBody>
          <a:bodyPr/>
          <a:lstStyle/>
          <a:p>
            <a:r>
              <a:rPr lang="en-US" sz="4000">
                <a:latin typeface="Frutiger LT Pro 65 Bold" panose="020B0803030504020204" pitchFamily="34" charset="0"/>
              </a:rPr>
              <a:t>Banking Risk &amp; Credit Portfolio Intelligence Platform</a:t>
            </a:r>
          </a:p>
        </p:txBody>
      </p:sp>
      <p:sp>
        <p:nvSpPr>
          <p:cNvPr id="6" name="Text Placeholder 5">
            <a:extLst>
              <a:ext uri="{FF2B5EF4-FFF2-40B4-BE49-F238E27FC236}">
                <a16:creationId xmlns:a16="http://schemas.microsoft.com/office/drawing/2014/main" id="{0C2231E3-9529-67C1-4CEA-48C828D42BA3}"/>
              </a:ext>
            </a:extLst>
          </p:cNvPr>
          <p:cNvSpPr>
            <a:spLocks noGrp="1"/>
          </p:cNvSpPr>
          <p:nvPr>
            <p:ph type="body" sz="half" idx="2"/>
          </p:nvPr>
        </p:nvSpPr>
        <p:spPr>
          <a:xfrm>
            <a:off x="8180955" y="5350927"/>
            <a:ext cx="3113635" cy="566838"/>
          </a:xfrm>
        </p:spPr>
        <p:txBody>
          <a:bodyPr vert="horz" lIns="91440" tIns="45720" rIns="91440" bIns="45720" rtlCol="0" anchor="t">
            <a:normAutofit/>
          </a:bodyPr>
          <a:lstStyle/>
          <a:p>
            <a:r>
              <a:rPr lang="en-US" sz="2000">
                <a:solidFill>
                  <a:schemeClr val="tx2"/>
                </a:solidFill>
                <a:effectLst>
                  <a:outerShdw blurRad="38100" dist="38100" dir="2700000" algn="tl">
                    <a:srgbClr val="000000">
                      <a:alpha val="43137"/>
                    </a:srgbClr>
                  </a:outerShdw>
                </a:effectLst>
                <a:latin typeface="Frutiger 45 Light"/>
                <a:cs typeface="Calibri"/>
              </a:rPr>
              <a:t>PRESENTATION BY</a:t>
            </a:r>
            <a:r>
              <a:rPr lang="en-US" sz="2000">
                <a:solidFill>
                  <a:schemeClr val="tx2"/>
                </a:solidFill>
                <a:latin typeface="Frutiger 45 Light"/>
                <a:cs typeface="Calibri"/>
              </a:rPr>
              <a:t>: GROUP 1</a:t>
            </a:r>
          </a:p>
        </p:txBody>
      </p:sp>
      <p:sp>
        <p:nvSpPr>
          <p:cNvPr id="4" name="TextBox 3">
            <a:extLst>
              <a:ext uri="{FF2B5EF4-FFF2-40B4-BE49-F238E27FC236}">
                <a16:creationId xmlns:a16="http://schemas.microsoft.com/office/drawing/2014/main" id="{C9388BEF-28AE-EC91-1D0F-F19DE15C92E7}"/>
              </a:ext>
            </a:extLst>
          </p:cNvPr>
          <p:cNvSpPr txBox="1"/>
          <p:nvPr/>
        </p:nvSpPr>
        <p:spPr>
          <a:xfrm>
            <a:off x="1227221" y="4977781"/>
            <a:ext cx="4692316" cy="646331"/>
          </a:xfrm>
          <a:prstGeom prst="rect">
            <a:avLst/>
          </a:prstGeom>
          <a:noFill/>
        </p:spPr>
        <p:txBody>
          <a:bodyPr wrap="square" lIns="91440" tIns="45720" rIns="91440" bIns="45720" rtlCol="0" anchor="t">
            <a:spAutoFit/>
          </a:bodyPr>
          <a:lstStyle/>
          <a:p>
            <a:r>
              <a:rPr lang="en-US" b="1"/>
              <a:t>Trained by:</a:t>
            </a:r>
            <a:r>
              <a:rPr lang="en-US"/>
              <a:t> </a:t>
            </a:r>
            <a:r>
              <a:rPr lang="en-US" err="1"/>
              <a:t>Babjee</a:t>
            </a:r>
            <a:r>
              <a:rPr lang="en-US"/>
              <a:t> Reddy</a:t>
            </a:r>
          </a:p>
          <a:p>
            <a:r>
              <a:rPr lang="en-US" b="1"/>
              <a:t>Mentored by: </a:t>
            </a:r>
            <a:r>
              <a:rPr lang="en-US"/>
              <a:t>Vijayendra </a:t>
            </a:r>
            <a:r>
              <a:rPr lang="en-US" err="1"/>
              <a:t>Suryawanshi</a:t>
            </a:r>
            <a:endParaRPr lang="en-IN"/>
          </a:p>
        </p:txBody>
      </p:sp>
      <p:sp>
        <p:nvSpPr>
          <p:cNvPr id="7" name="TextBox 6">
            <a:extLst>
              <a:ext uri="{FF2B5EF4-FFF2-40B4-BE49-F238E27FC236}">
                <a16:creationId xmlns:a16="http://schemas.microsoft.com/office/drawing/2014/main" id="{A6254179-592F-0EF8-5DE2-FDF431CDCC7B}"/>
              </a:ext>
            </a:extLst>
          </p:cNvPr>
          <p:cNvSpPr txBox="1"/>
          <p:nvPr/>
        </p:nvSpPr>
        <p:spPr>
          <a:xfrm>
            <a:off x="1151021" y="1958552"/>
            <a:ext cx="4315327" cy="461665"/>
          </a:xfrm>
          <a:prstGeom prst="rect">
            <a:avLst/>
          </a:prstGeom>
          <a:noFill/>
        </p:spPr>
        <p:txBody>
          <a:bodyPr wrap="square" rtlCol="0">
            <a:spAutoFit/>
          </a:bodyPr>
          <a:lstStyle/>
          <a:p>
            <a:r>
              <a:rPr lang="en-US" sz="2400" b="1"/>
              <a:t>Aurora National Bank </a:t>
            </a:r>
            <a:endParaRPr lang="en-IN" sz="2400" b="1"/>
          </a:p>
        </p:txBody>
      </p:sp>
      <p:sp>
        <p:nvSpPr>
          <p:cNvPr id="13" name="Rectangle 3">
            <a:extLst>
              <a:ext uri="{FF2B5EF4-FFF2-40B4-BE49-F238E27FC236}">
                <a16:creationId xmlns:a16="http://schemas.microsoft.com/office/drawing/2014/main" id="{838B8E23-15B1-4C04-BCAD-6886674B80A0}"/>
              </a:ext>
            </a:extLst>
          </p:cNvPr>
          <p:cNvSpPr>
            <a:spLocks noChangeArrowheads="1"/>
          </p:cNvSpPr>
          <p:nvPr/>
        </p:nvSpPr>
        <p:spPr bwMode="auto">
          <a:xfrm>
            <a:off x="2081882" y="3863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FD091F65-1C56-DB8A-3F1D-3D42F93321AB}"/>
              </a:ext>
            </a:extLst>
          </p:cNvPr>
          <p:cNvSpPr txBox="1"/>
          <p:nvPr/>
        </p:nvSpPr>
        <p:spPr>
          <a:xfrm>
            <a:off x="6019799" y="2420217"/>
            <a:ext cx="4692316" cy="2308324"/>
          </a:xfrm>
          <a:prstGeom prst="rect">
            <a:avLst/>
          </a:prstGeom>
          <a:noFill/>
        </p:spPr>
        <p:txBody>
          <a:bodyPr wrap="square" lIns="91440" tIns="45720" rIns="91440" bIns="45720" rtlCol="0" anchor="t">
            <a:spAutoFit/>
          </a:bodyPr>
          <a:lstStyle/>
          <a:p>
            <a:r>
              <a:rPr lang="en-US" b="1">
                <a:solidFill>
                  <a:schemeClr val="tx2"/>
                </a:solidFill>
              </a:rPr>
              <a:t>Name 			Ps No.</a:t>
            </a:r>
          </a:p>
          <a:p>
            <a:endParaRPr lang="en-US">
              <a:solidFill>
                <a:schemeClr val="tx2"/>
              </a:solidFill>
            </a:endParaRPr>
          </a:p>
          <a:p>
            <a:r>
              <a:rPr lang="en-US">
                <a:solidFill>
                  <a:schemeClr val="tx2"/>
                </a:solidFill>
              </a:rPr>
              <a:t>Abdur Raziq</a:t>
            </a:r>
            <a:r>
              <a:rPr lang="en-IN">
                <a:solidFill>
                  <a:schemeClr val="tx2"/>
                </a:solidFill>
              </a:rPr>
              <a:t> Fareed R              10842741</a:t>
            </a:r>
          </a:p>
          <a:p>
            <a:r>
              <a:rPr lang="en-IN">
                <a:solidFill>
                  <a:schemeClr val="tx2"/>
                </a:solidFill>
              </a:rPr>
              <a:t>Mamatha HA                            10842673</a:t>
            </a:r>
          </a:p>
          <a:p>
            <a:r>
              <a:rPr lang="en-IN">
                <a:solidFill>
                  <a:schemeClr val="tx2"/>
                </a:solidFill>
              </a:rPr>
              <a:t>Divyalakshmi M                        10842651</a:t>
            </a:r>
          </a:p>
          <a:p>
            <a:r>
              <a:rPr lang="en-IN">
                <a:solidFill>
                  <a:schemeClr val="tx2"/>
                </a:solidFill>
              </a:rPr>
              <a:t>Naveena G                                 10842645</a:t>
            </a:r>
          </a:p>
          <a:p>
            <a:r>
              <a:rPr lang="en-IN">
                <a:solidFill>
                  <a:schemeClr val="tx2"/>
                </a:solidFill>
              </a:rPr>
              <a:t>Parth Dange		10842621</a:t>
            </a:r>
          </a:p>
          <a:p>
            <a:r>
              <a:rPr lang="en-US">
                <a:solidFill>
                  <a:schemeClr val="tx2"/>
                </a:solidFill>
              </a:rPr>
              <a:t>Pranjal Sharma		10842663</a:t>
            </a:r>
          </a:p>
        </p:txBody>
      </p:sp>
    </p:spTree>
    <p:extLst>
      <p:ext uri="{BB962C8B-B14F-4D97-AF65-F5344CB8AC3E}">
        <p14:creationId xmlns:p14="http://schemas.microsoft.com/office/powerpoint/2010/main" val="3285503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96079A-5090-29BC-BE29-999777D25E82}"/>
              </a:ext>
            </a:extLst>
          </p:cNvPr>
          <p:cNvSpPr txBox="1"/>
          <p:nvPr/>
        </p:nvSpPr>
        <p:spPr>
          <a:xfrm>
            <a:off x="1732547" y="1395443"/>
            <a:ext cx="7010400" cy="3908762"/>
          </a:xfrm>
          <a:prstGeom prst="rect">
            <a:avLst/>
          </a:prstGeom>
          <a:noFill/>
        </p:spPr>
        <p:txBody>
          <a:bodyPr wrap="square" lIns="91440" tIns="45720" rIns="91440" bIns="45720" anchor="t">
            <a:spAutoFit/>
          </a:bodyPr>
          <a:lstStyle/>
          <a:p>
            <a:endParaRPr lang="en-IN">
              <a:solidFill>
                <a:schemeClr val="tx2"/>
              </a:solidFill>
            </a:endParaRPr>
          </a:p>
          <a:p>
            <a:r>
              <a:rPr lang="en-IN" sz="4400" b="1">
                <a:solidFill>
                  <a:schemeClr val="tx2"/>
                </a:solidFill>
              </a:rPr>
              <a:t>Index</a:t>
            </a:r>
            <a:endParaRPr lang="en-IN" b="1">
              <a:solidFill>
                <a:schemeClr val="tx2"/>
              </a:solidFill>
            </a:endParaRPr>
          </a:p>
          <a:p>
            <a:pPr marL="342900" indent="-342900">
              <a:buFont typeface="+mj-lt"/>
              <a:buAutoNum type="arabicPeriod"/>
            </a:pPr>
            <a:endParaRPr lang="en-IN">
              <a:solidFill>
                <a:schemeClr val="tx2"/>
              </a:solidFill>
            </a:endParaRPr>
          </a:p>
          <a:p>
            <a:pPr marL="457200" indent="-457200">
              <a:buFont typeface="+mj-lt"/>
              <a:buAutoNum type="arabicPeriod"/>
            </a:pPr>
            <a:r>
              <a:rPr lang="en-IN" sz="2400">
                <a:solidFill>
                  <a:schemeClr val="tx2"/>
                </a:solidFill>
              </a:rPr>
              <a:t>Project Overview</a:t>
            </a:r>
          </a:p>
          <a:p>
            <a:pPr marL="457200" indent="-457200">
              <a:buFont typeface="+mj-lt"/>
              <a:buAutoNum type="arabicPeriod"/>
            </a:pPr>
            <a:r>
              <a:rPr lang="en-IN" sz="2400">
                <a:solidFill>
                  <a:schemeClr val="tx2"/>
                </a:solidFill>
              </a:rPr>
              <a:t>Architecture</a:t>
            </a:r>
          </a:p>
          <a:p>
            <a:pPr marL="457200" indent="-457200">
              <a:buFont typeface="+mj-lt"/>
              <a:buAutoNum type="arabicPeriod"/>
            </a:pPr>
            <a:r>
              <a:rPr lang="en-IN" sz="2400">
                <a:solidFill>
                  <a:schemeClr val="tx2"/>
                </a:solidFill>
              </a:rPr>
              <a:t>Data Overview</a:t>
            </a:r>
          </a:p>
          <a:p>
            <a:pPr marL="457200" indent="-457200">
              <a:buFont typeface="+mj-lt"/>
              <a:buAutoNum type="arabicPeriod"/>
            </a:pPr>
            <a:r>
              <a:rPr lang="en-IN" sz="2400">
                <a:solidFill>
                  <a:schemeClr val="tx2"/>
                </a:solidFill>
              </a:rPr>
              <a:t>Methodology</a:t>
            </a:r>
          </a:p>
          <a:p>
            <a:pPr marL="457200" indent="-457200">
              <a:buFont typeface="+mj-lt"/>
              <a:buAutoNum type="arabicPeriod"/>
            </a:pPr>
            <a:r>
              <a:rPr lang="en-IN" sz="2400">
                <a:solidFill>
                  <a:schemeClr val="tx2"/>
                </a:solidFill>
              </a:rPr>
              <a:t>Monitoring</a:t>
            </a:r>
          </a:p>
          <a:p>
            <a:pPr marL="457200" indent="-457200">
              <a:buFont typeface="+mj-lt"/>
              <a:buAutoNum type="arabicPeriod"/>
            </a:pPr>
            <a:r>
              <a:rPr lang="en-IN" sz="2400">
                <a:solidFill>
                  <a:schemeClr val="tx2"/>
                </a:solidFill>
              </a:rPr>
              <a:t>Visualization</a:t>
            </a:r>
          </a:p>
          <a:p>
            <a:pPr marL="457200" indent="-457200">
              <a:buFont typeface="+mj-lt"/>
              <a:buAutoNum type="arabicPeriod"/>
            </a:pPr>
            <a:r>
              <a:rPr lang="en-IN" sz="2400">
                <a:solidFill>
                  <a:schemeClr val="tx2"/>
                </a:solidFill>
              </a:rPr>
              <a:t>Project Timeline</a:t>
            </a:r>
          </a:p>
        </p:txBody>
      </p:sp>
    </p:spTree>
    <p:extLst>
      <p:ext uri="{BB962C8B-B14F-4D97-AF65-F5344CB8AC3E}">
        <p14:creationId xmlns:p14="http://schemas.microsoft.com/office/powerpoint/2010/main" val="2791250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ED413-B044-B469-B2DF-0AABF1A69D50}"/>
              </a:ext>
            </a:extLst>
          </p:cNvPr>
          <p:cNvSpPr>
            <a:spLocks noGrp="1"/>
          </p:cNvSpPr>
          <p:nvPr>
            <p:ph type="body" sz="quarter" idx="13"/>
          </p:nvPr>
        </p:nvSpPr>
        <p:spPr>
          <a:xfrm>
            <a:off x="1867766" y="455362"/>
            <a:ext cx="8911647" cy="434975"/>
          </a:xfrm>
        </p:spPr>
        <p:txBody>
          <a:bodyPr vert="horz" lIns="91440" tIns="45720" rIns="91440" bIns="45720" rtlCol="0" anchor="t">
            <a:noAutofit/>
          </a:bodyPr>
          <a:lstStyle/>
          <a:p>
            <a:pPr marL="0" indent="0">
              <a:buNone/>
            </a:pPr>
            <a:r>
              <a:rPr lang="en-US" sz="2600">
                <a:solidFill>
                  <a:schemeClr val="tx2"/>
                </a:solidFill>
                <a:cs typeface="Calibri"/>
              </a:rPr>
              <a:t>Problem Statement</a:t>
            </a:r>
            <a:endParaRPr lang="en-IN" sz="2600">
              <a:solidFill>
                <a:schemeClr val="tx2"/>
              </a:solidFill>
              <a:effectLst>
                <a:outerShdw blurRad="38100" dist="38100" dir="2700000" algn="tl">
                  <a:srgbClr val="000000">
                    <a:alpha val="43137"/>
                  </a:srgbClr>
                </a:outerShdw>
              </a:effectLst>
              <a:cs typeface="Calibri"/>
            </a:endParaRPr>
          </a:p>
        </p:txBody>
      </p:sp>
      <p:graphicFrame>
        <p:nvGraphicFramePr>
          <p:cNvPr id="5" name="Text Placeholder 2">
            <a:extLst>
              <a:ext uri="{FF2B5EF4-FFF2-40B4-BE49-F238E27FC236}">
                <a16:creationId xmlns:a16="http://schemas.microsoft.com/office/drawing/2014/main" id="{79163E33-5C6E-56F1-0AA7-DB01A31013D4}"/>
              </a:ext>
            </a:extLst>
          </p:cNvPr>
          <p:cNvGraphicFramePr/>
          <p:nvPr>
            <p:extLst>
              <p:ext uri="{D42A27DB-BD31-4B8C-83A1-F6EECF244321}">
                <p14:modId xmlns:p14="http://schemas.microsoft.com/office/powerpoint/2010/main" val="2885810832"/>
              </p:ext>
            </p:extLst>
          </p:nvPr>
        </p:nvGraphicFramePr>
        <p:xfrm>
          <a:off x="1328057" y="2135120"/>
          <a:ext cx="10704095" cy="4158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6FC317F2-7765-4D15-8C1A-CCB9FB88F671}"/>
              </a:ext>
            </a:extLst>
          </p:cNvPr>
          <p:cNvSpPr txBox="1"/>
          <p:nvPr/>
        </p:nvSpPr>
        <p:spPr>
          <a:xfrm>
            <a:off x="1871461" y="890337"/>
            <a:ext cx="9482339" cy="1477328"/>
          </a:xfrm>
          <a:prstGeom prst="rect">
            <a:avLst/>
          </a:prstGeom>
          <a:noFill/>
        </p:spPr>
        <p:txBody>
          <a:bodyPr wrap="square" lIns="91440" tIns="45720" rIns="91440" bIns="45720" rtlCol="0" anchor="t">
            <a:spAutoFit/>
          </a:bodyPr>
          <a:lstStyle/>
          <a:p>
            <a:r>
              <a:rPr lang="en-US">
                <a:solidFill>
                  <a:schemeClr val="tx2"/>
                </a:solidFill>
              </a:rPr>
              <a:t>Managing credit risk and loan portfolio analytics for Aurora National Bank is challenged by fragmented and dispersed data sources, manual ETL tasks, and lack of timely insights. Sensitive financial data needs advanced masking, and stakeholders require accessible, interactive dashboards while ensuring scalability for growing data volumes.</a:t>
            </a:r>
          </a:p>
          <a:p>
            <a:endParaRPr lang="en-IN">
              <a:solidFill>
                <a:schemeClr val="tx2"/>
              </a:solidFill>
            </a:endParaRPr>
          </a:p>
        </p:txBody>
      </p:sp>
      <p:pic>
        <p:nvPicPr>
          <p:cNvPr id="2050" name="Picture 2" descr="Problem statement Images - Free Download on Freepik">
            <a:extLst>
              <a:ext uri="{FF2B5EF4-FFF2-40B4-BE49-F238E27FC236}">
                <a16:creationId xmlns:a16="http://schemas.microsoft.com/office/drawing/2014/main" id="{C0F443B6-5DDC-6BB2-155E-FA58493907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7998" y="2336153"/>
            <a:ext cx="2498558" cy="3761874"/>
          </a:xfrm>
          <a:prstGeom prst="rect">
            <a:avLst/>
          </a:prstGeom>
          <a:noFill/>
          <a:effectLst>
            <a:softEdge rad="254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31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D6F9-B72F-3877-76C3-DEB9B36E0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0B2DDE-F555-0B98-0FBE-D1DC0ECE1724}"/>
              </a:ext>
            </a:extLst>
          </p:cNvPr>
          <p:cNvSpPr>
            <a:spLocks noGrp="1"/>
          </p:cNvSpPr>
          <p:nvPr>
            <p:ph type="body" sz="quarter" idx="13"/>
          </p:nvPr>
        </p:nvSpPr>
        <p:spPr>
          <a:xfrm>
            <a:off x="533399" y="469835"/>
            <a:ext cx="11125200" cy="434975"/>
          </a:xfrm>
        </p:spPr>
        <p:txBody>
          <a:bodyPr vert="horz" lIns="91440" tIns="45720" rIns="91440" bIns="45720" rtlCol="0" anchor="t">
            <a:normAutofit fontScale="92500" lnSpcReduction="10000"/>
          </a:bodyPr>
          <a:lstStyle/>
          <a:p>
            <a:pPr marL="0" indent="0">
              <a:buNone/>
            </a:pPr>
            <a:r>
              <a:rPr lang="en-US" sz="2800">
                <a:solidFill>
                  <a:schemeClr val="tx2"/>
                </a:solidFill>
                <a:cs typeface="Calibri"/>
              </a:rPr>
              <a:t>Project Objectives </a:t>
            </a:r>
            <a:endParaRPr lang="en-IN" sz="2800">
              <a:solidFill>
                <a:schemeClr val="tx2"/>
              </a:solidFill>
              <a:cs typeface="Calibri"/>
            </a:endParaRPr>
          </a:p>
        </p:txBody>
      </p:sp>
      <p:graphicFrame>
        <p:nvGraphicFramePr>
          <p:cNvPr id="6" name="Rectangle 1">
            <a:extLst>
              <a:ext uri="{FF2B5EF4-FFF2-40B4-BE49-F238E27FC236}">
                <a16:creationId xmlns:a16="http://schemas.microsoft.com/office/drawing/2014/main" id="{39ABAEC8-7851-9FE1-D961-71AC8EB1EC86}"/>
              </a:ext>
            </a:extLst>
          </p:cNvPr>
          <p:cNvGraphicFramePr/>
          <p:nvPr>
            <p:extLst>
              <p:ext uri="{D42A27DB-BD31-4B8C-83A1-F6EECF244321}">
                <p14:modId xmlns:p14="http://schemas.microsoft.com/office/powerpoint/2010/main" val="486152284"/>
              </p:ext>
            </p:extLst>
          </p:nvPr>
        </p:nvGraphicFramePr>
        <p:xfrm>
          <a:off x="533400" y="1253331"/>
          <a:ext cx="111252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7897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F7A04-EB13-1B2B-FFCA-081AD05F7684}"/>
              </a:ext>
            </a:extLst>
          </p:cNvPr>
          <p:cNvSpPr>
            <a:spLocks noGrp="1"/>
          </p:cNvSpPr>
          <p:nvPr>
            <p:ph type="body" sz="quarter" idx="13"/>
          </p:nvPr>
        </p:nvSpPr>
        <p:spPr>
          <a:xfrm>
            <a:off x="1667813" y="1004548"/>
            <a:ext cx="8911647" cy="434975"/>
          </a:xfrm>
        </p:spPr>
        <p:txBody>
          <a:bodyPr vert="horz" lIns="91440" tIns="45720" rIns="91440" bIns="45720" rtlCol="0" anchor="t">
            <a:normAutofit/>
          </a:bodyPr>
          <a:lstStyle/>
          <a:p>
            <a:pPr marL="0" indent="0">
              <a:buNone/>
            </a:pPr>
            <a:r>
              <a:rPr lang="en-US" sz="2500" b="1" kern="1200">
                <a:solidFill>
                  <a:schemeClr val="tx2"/>
                </a:solidFill>
                <a:effectLst>
                  <a:outerShdw blurRad="38100" dist="38100" dir="2700000" algn="tl">
                    <a:srgbClr val="000000">
                      <a:alpha val="43137"/>
                    </a:srgbClr>
                  </a:outerShdw>
                </a:effectLst>
                <a:latin typeface="+mj-lt"/>
                <a:ea typeface="+mn-ea"/>
                <a:cs typeface="Calibri"/>
              </a:rPr>
              <a:t>Business Intelligence Solutions</a:t>
            </a:r>
            <a:endParaRPr lang="en-US" sz="2500" b="1" kern="1200">
              <a:solidFill>
                <a:schemeClr val="tx2"/>
              </a:solidFill>
              <a:effectLst>
                <a:outerShdw blurRad="38100" dist="38100" dir="2700000" algn="tl">
                  <a:srgbClr val="000000">
                    <a:alpha val="43137"/>
                  </a:srgbClr>
                </a:outerShdw>
              </a:effectLst>
              <a:latin typeface="+mj-lt"/>
              <a:cs typeface="Calibri"/>
            </a:endParaRPr>
          </a:p>
        </p:txBody>
      </p:sp>
      <p:sp>
        <p:nvSpPr>
          <p:cNvPr id="3" name="TextBox 2">
            <a:extLst>
              <a:ext uri="{FF2B5EF4-FFF2-40B4-BE49-F238E27FC236}">
                <a16:creationId xmlns:a16="http://schemas.microsoft.com/office/drawing/2014/main" id="{B50C91F5-6754-82C0-E852-E871BA521870}"/>
              </a:ext>
            </a:extLst>
          </p:cNvPr>
          <p:cNvSpPr txBox="1"/>
          <p:nvPr/>
        </p:nvSpPr>
        <p:spPr>
          <a:xfrm>
            <a:off x="1663792" y="1712849"/>
            <a:ext cx="8864415" cy="3432302"/>
          </a:xfrm>
          <a:prstGeom prst="rect">
            <a:avLst/>
          </a:prstGeom>
        </p:spPr>
        <p:txBody>
          <a:bodyPr vert="horz" lIns="91440" tIns="45720" rIns="91440" bIns="45720" rtlCol="0" anchor="t">
            <a:normAutofit fontScale="77500" lnSpcReduction="20000"/>
          </a:bodyPr>
          <a:lstStyle/>
          <a:p>
            <a:pPr marL="228600" indent="-228600">
              <a:lnSpc>
                <a:spcPct val="90000"/>
              </a:lnSpc>
              <a:spcBef>
                <a:spcPts val="1000"/>
              </a:spcBef>
              <a:buFont typeface="Arial" panose="020B0604020202020204" pitchFamily="34" charset="0"/>
              <a:buChar char="•"/>
            </a:pPr>
            <a:r>
              <a:rPr lang="en-US" sz="2600" b="1">
                <a:solidFill>
                  <a:schemeClr val="tx2"/>
                </a:solidFill>
                <a:latin typeface="Frutiger 45 Light"/>
                <a:cs typeface="Calibri"/>
              </a:rPr>
              <a:t>Centralized data warehouse enables unified loan and customer analytics.</a:t>
            </a:r>
          </a:p>
          <a:p>
            <a:pPr marL="228600" indent="-228600">
              <a:lnSpc>
                <a:spcPct val="90000"/>
              </a:lnSpc>
              <a:spcBef>
                <a:spcPts val="1000"/>
              </a:spcBef>
              <a:buFont typeface="Arial" panose="020B0604020202020204" pitchFamily="34" charset="0"/>
              <a:buChar char="•"/>
            </a:pPr>
            <a:endParaRPr lang="en-US" sz="2600" b="1">
              <a:solidFill>
                <a:schemeClr val="tx2"/>
              </a:solidFill>
              <a:latin typeface="Frutiger 45 Light" pitchFamily="2" charset="0"/>
              <a:cs typeface="Calibri" panose="020F0502020204030204" pitchFamily="34" charset="0"/>
            </a:endParaRPr>
          </a:p>
          <a:p>
            <a:pPr marL="228600" indent="-228600">
              <a:lnSpc>
                <a:spcPct val="90000"/>
              </a:lnSpc>
              <a:spcBef>
                <a:spcPts val="1000"/>
              </a:spcBef>
              <a:buFont typeface="Arial" panose="020B0604020202020204" pitchFamily="34" charset="0"/>
              <a:buChar char="•"/>
            </a:pPr>
            <a:r>
              <a:rPr lang="en-US" sz="2600" b="1">
                <a:solidFill>
                  <a:schemeClr val="tx2"/>
                </a:solidFill>
                <a:latin typeface="Frutiger 45 Light"/>
                <a:cs typeface="Calibri"/>
              </a:rPr>
              <a:t>Automated pipelines deliver clean, timely data for risk assessment.</a:t>
            </a:r>
          </a:p>
          <a:p>
            <a:pPr marL="228600" indent="-228600">
              <a:lnSpc>
                <a:spcPct val="90000"/>
              </a:lnSpc>
              <a:spcBef>
                <a:spcPts val="1000"/>
              </a:spcBef>
              <a:buFont typeface="Arial" panose="020B0604020202020204" pitchFamily="34" charset="0"/>
              <a:buChar char="•"/>
            </a:pPr>
            <a:endParaRPr lang="en-US" sz="2600" b="1">
              <a:solidFill>
                <a:schemeClr val="tx2"/>
              </a:solidFill>
              <a:latin typeface="Frutiger 45 Light" pitchFamily="2" charset="0"/>
              <a:cs typeface="Calibri" panose="020F0502020204030204" pitchFamily="34" charset="0"/>
            </a:endParaRPr>
          </a:p>
          <a:p>
            <a:pPr marL="228600" indent="-228600">
              <a:lnSpc>
                <a:spcPct val="90000"/>
              </a:lnSpc>
              <a:spcBef>
                <a:spcPts val="1000"/>
              </a:spcBef>
              <a:buFont typeface="Arial" panose="020B0604020202020204" pitchFamily="34" charset="0"/>
              <a:buChar char="•"/>
            </a:pPr>
            <a:r>
              <a:rPr lang="en-US" sz="2600" b="1">
                <a:solidFill>
                  <a:schemeClr val="tx2"/>
                </a:solidFill>
                <a:latin typeface="Frutiger 45 Light"/>
                <a:cs typeface="Calibri"/>
              </a:rPr>
              <a:t>Advanced dashboards visualize portfolio metrics, trends, and credit scores.</a:t>
            </a:r>
          </a:p>
          <a:p>
            <a:pPr marL="228600" indent="-228600">
              <a:lnSpc>
                <a:spcPct val="90000"/>
              </a:lnSpc>
              <a:spcBef>
                <a:spcPts val="1000"/>
              </a:spcBef>
              <a:buFont typeface="Arial" panose="020B0604020202020204" pitchFamily="34" charset="0"/>
              <a:buChar char="•"/>
            </a:pPr>
            <a:endParaRPr lang="en-US" sz="2600" b="1">
              <a:solidFill>
                <a:schemeClr val="tx2"/>
              </a:solidFill>
              <a:latin typeface="Frutiger 45 Light" pitchFamily="2" charset="0"/>
              <a:cs typeface="Calibri" panose="020F0502020204030204" pitchFamily="34" charset="0"/>
            </a:endParaRPr>
          </a:p>
          <a:p>
            <a:pPr marL="228600" indent="-228600">
              <a:lnSpc>
                <a:spcPct val="90000"/>
              </a:lnSpc>
              <a:spcBef>
                <a:spcPts val="1000"/>
              </a:spcBef>
              <a:buFont typeface="Arial" panose="020B0604020202020204" pitchFamily="34" charset="0"/>
              <a:buChar char="•"/>
            </a:pPr>
            <a:r>
              <a:rPr lang="en-US" sz="2600" b="1">
                <a:solidFill>
                  <a:schemeClr val="tx2"/>
                </a:solidFill>
                <a:latin typeface="Frutiger 45 Light"/>
                <a:cs typeface="Calibri"/>
              </a:rPr>
              <a:t>Self-service analytics empower users to explore risk, tenure, and product performance.</a:t>
            </a:r>
          </a:p>
          <a:p>
            <a:pPr marL="228600" indent="-228600">
              <a:lnSpc>
                <a:spcPct val="90000"/>
              </a:lnSpc>
              <a:spcBef>
                <a:spcPts val="1000"/>
              </a:spcBef>
              <a:buFont typeface="Arial" panose="020B0604020202020204" pitchFamily="34" charset="0"/>
              <a:buChar char="•"/>
            </a:pPr>
            <a:endParaRPr lang="en-US" sz="2600" b="1">
              <a:solidFill>
                <a:schemeClr val="tx2"/>
              </a:solidFill>
              <a:latin typeface="Frutiger 45 Light" pitchFamily="2" charset="0"/>
              <a:cs typeface="Calibri" panose="020F0502020204030204" pitchFamily="34" charset="0"/>
            </a:endParaRPr>
          </a:p>
          <a:p>
            <a:pPr marL="228600" indent="-228600">
              <a:lnSpc>
                <a:spcPct val="90000"/>
              </a:lnSpc>
              <a:spcBef>
                <a:spcPts val="1000"/>
              </a:spcBef>
              <a:buFont typeface="Arial" panose="020B0604020202020204" pitchFamily="34" charset="0"/>
              <a:buChar char="•"/>
            </a:pPr>
            <a:r>
              <a:rPr lang="en-US" sz="2600" b="1">
                <a:solidFill>
                  <a:schemeClr val="tx2"/>
                </a:solidFill>
                <a:latin typeface="Frutiger 45 Light"/>
                <a:cs typeface="Calibri"/>
              </a:rPr>
              <a:t>Actionable insights support faster, data-driven decisions.</a:t>
            </a:r>
          </a:p>
          <a:p>
            <a:pPr marL="228600" indent="-228600">
              <a:lnSpc>
                <a:spcPct val="90000"/>
              </a:lnSpc>
              <a:spcBef>
                <a:spcPts val="1000"/>
              </a:spcBef>
              <a:buFont typeface="Arial" panose="020B0604020202020204" pitchFamily="34" charset="0"/>
              <a:buChar char="•"/>
            </a:pPr>
            <a:endParaRPr lang="en-US" sz="1700" b="1">
              <a:solidFill>
                <a:schemeClr val="tx2"/>
              </a:solidFill>
              <a:latin typeface="Frutiger 45 Light" pitchFamily="2" charset="0"/>
              <a:cs typeface="Calibri" panose="020F0502020204030204" pitchFamily="34" charset="0"/>
            </a:endParaRPr>
          </a:p>
          <a:p>
            <a:pPr marL="228600" indent="-228600">
              <a:lnSpc>
                <a:spcPct val="90000"/>
              </a:lnSpc>
              <a:spcBef>
                <a:spcPts val="1000"/>
              </a:spcBef>
              <a:buFont typeface="Arial" panose="020B0604020202020204" pitchFamily="34" charset="0"/>
              <a:buChar char="•"/>
            </a:pPr>
            <a:endParaRPr lang="en-US" sz="1700" b="1">
              <a:solidFill>
                <a:schemeClr val="tx2"/>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884397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software system&#10;&#10;AI-generated content may be incorrect.">
            <a:extLst>
              <a:ext uri="{FF2B5EF4-FFF2-40B4-BE49-F238E27FC236}">
                <a16:creationId xmlns:a16="http://schemas.microsoft.com/office/drawing/2014/main" id="{8E38F4E7-C44F-B4E2-A8B1-FF15E2F04A5A}"/>
              </a:ext>
            </a:extLst>
          </p:cNvPr>
          <p:cNvPicPr>
            <a:picLocks noChangeAspect="1"/>
          </p:cNvPicPr>
          <p:nvPr/>
        </p:nvPicPr>
        <p:blipFill>
          <a:blip r:embed="rId2"/>
          <a:srcRect t="-163" r="-5718" b="-349"/>
          <a:stretch>
            <a:fillRect/>
          </a:stretch>
        </p:blipFill>
        <p:spPr>
          <a:xfrm>
            <a:off x="852635" y="1167247"/>
            <a:ext cx="10587829" cy="5199437"/>
          </a:xfrm>
          <a:prstGeom prst="rect">
            <a:avLst/>
          </a:prstGeom>
        </p:spPr>
      </p:pic>
      <p:sp>
        <p:nvSpPr>
          <p:cNvPr id="2" name="Text Placeholder 1">
            <a:extLst>
              <a:ext uri="{FF2B5EF4-FFF2-40B4-BE49-F238E27FC236}">
                <a16:creationId xmlns:a16="http://schemas.microsoft.com/office/drawing/2014/main" id="{9F9216C4-6845-D0AD-D1AD-0CA06AD62840}"/>
              </a:ext>
            </a:extLst>
          </p:cNvPr>
          <p:cNvSpPr>
            <a:spLocks noGrp="1"/>
          </p:cNvSpPr>
          <p:nvPr>
            <p:ph type="body" sz="quarter" idx="13"/>
          </p:nvPr>
        </p:nvSpPr>
        <p:spPr>
          <a:xfrm>
            <a:off x="574086" y="552009"/>
            <a:ext cx="8911647" cy="618493"/>
          </a:xfrm>
        </p:spPr>
        <p:txBody>
          <a:bodyPr vert="horz" lIns="91440" tIns="45720" rIns="91440" bIns="45720" rtlCol="0" anchor="t">
            <a:noAutofit/>
          </a:bodyPr>
          <a:lstStyle/>
          <a:p>
            <a:pPr marL="0" indent="0">
              <a:buNone/>
            </a:pPr>
            <a:r>
              <a:rPr lang="en-US" sz="2500">
                <a:solidFill>
                  <a:schemeClr val="tx2"/>
                </a:solidFill>
                <a:cs typeface="Calibri"/>
              </a:rPr>
              <a:t>Architectural Workflow</a:t>
            </a:r>
            <a:endParaRPr lang="en-IN" sz="2500">
              <a:solidFill>
                <a:schemeClr val="tx2"/>
              </a:solidFill>
              <a:cs typeface="Calibri"/>
            </a:endParaRPr>
          </a:p>
        </p:txBody>
      </p:sp>
    </p:spTree>
    <p:extLst>
      <p:ext uri="{BB962C8B-B14F-4D97-AF65-F5344CB8AC3E}">
        <p14:creationId xmlns:p14="http://schemas.microsoft.com/office/powerpoint/2010/main" val="652568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088114-A51D-5490-F5F1-F64E86696272}"/>
              </a:ext>
            </a:extLst>
          </p:cNvPr>
          <p:cNvSpPr>
            <a:spLocks noGrp="1"/>
          </p:cNvSpPr>
          <p:nvPr>
            <p:ph type="body" sz="quarter" idx="13"/>
          </p:nvPr>
        </p:nvSpPr>
        <p:spPr>
          <a:xfrm>
            <a:off x="730455" y="502689"/>
            <a:ext cx="8911647" cy="434975"/>
          </a:xfrm>
        </p:spPr>
        <p:txBody>
          <a:bodyPr vert="horz" lIns="91440" tIns="45720" rIns="91440" bIns="45720" rtlCol="0" anchor="t">
            <a:noAutofit/>
          </a:bodyPr>
          <a:lstStyle/>
          <a:p>
            <a:pPr marL="0" indent="0">
              <a:buNone/>
            </a:pPr>
            <a:r>
              <a:rPr lang="en-US" sz="2500">
                <a:solidFill>
                  <a:schemeClr val="tx2"/>
                </a:solidFill>
                <a:cs typeface="Calibri"/>
              </a:rPr>
              <a:t>Layered Architecture</a:t>
            </a:r>
            <a:endParaRPr lang="en-IN" sz="2500">
              <a:solidFill>
                <a:schemeClr val="tx2"/>
              </a:solidFill>
              <a:cs typeface="Calibri"/>
            </a:endParaRPr>
          </a:p>
        </p:txBody>
      </p:sp>
      <p:pic>
        <p:nvPicPr>
          <p:cNvPr id="11" name="Picture 10" descr="A screenshot of a computer&#10;&#10;AI-generated content may be incorrect.">
            <a:extLst>
              <a:ext uri="{FF2B5EF4-FFF2-40B4-BE49-F238E27FC236}">
                <a16:creationId xmlns:a16="http://schemas.microsoft.com/office/drawing/2014/main" id="{41B15285-4ECE-82BE-5D6D-DACCB2F15A7F}"/>
              </a:ext>
            </a:extLst>
          </p:cNvPr>
          <p:cNvPicPr>
            <a:picLocks noChangeAspect="1"/>
          </p:cNvPicPr>
          <p:nvPr/>
        </p:nvPicPr>
        <p:blipFill>
          <a:blip r:embed="rId2">
            <a:extLst>
              <a:ext uri="{28A0092B-C50C-407E-A947-70E740481C1C}">
                <a14:useLocalDpi xmlns:a14="http://schemas.microsoft.com/office/drawing/2010/main" val="0"/>
              </a:ext>
            </a:extLst>
          </a:blip>
          <a:srcRect l="7336" r="1158"/>
          <a:stretch>
            <a:fillRect/>
          </a:stretch>
        </p:blipFill>
        <p:spPr>
          <a:xfrm>
            <a:off x="7721026" y="3034660"/>
            <a:ext cx="2728955" cy="2743911"/>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49E4DBD-A44D-CCBB-337F-5A46E6838AD3}"/>
              </a:ext>
            </a:extLst>
          </p:cNvPr>
          <p:cNvPicPr>
            <a:picLocks noChangeAspect="1"/>
          </p:cNvPicPr>
          <p:nvPr/>
        </p:nvPicPr>
        <p:blipFill>
          <a:blip r:embed="rId3">
            <a:extLst>
              <a:ext uri="{28A0092B-C50C-407E-A947-70E740481C1C}">
                <a14:useLocalDpi xmlns:a14="http://schemas.microsoft.com/office/drawing/2010/main" val="0"/>
              </a:ext>
            </a:extLst>
          </a:blip>
          <a:srcRect r="2155"/>
          <a:stretch>
            <a:fillRect/>
          </a:stretch>
        </p:blipFill>
        <p:spPr>
          <a:xfrm>
            <a:off x="4628122" y="2792207"/>
            <a:ext cx="2621297" cy="3507706"/>
          </a:xfrm>
          <a:prstGeom prst="rect">
            <a:avLst/>
          </a:prstGeom>
        </p:spPr>
      </p:pic>
      <p:pic>
        <p:nvPicPr>
          <p:cNvPr id="3" name="Picture 2" descr="A diagram of a diagram of a stack of coins&#10;&#10;AI-generated content may be incorrect.">
            <a:extLst>
              <a:ext uri="{FF2B5EF4-FFF2-40B4-BE49-F238E27FC236}">
                <a16:creationId xmlns:a16="http://schemas.microsoft.com/office/drawing/2014/main" id="{32F9D2E6-24CE-1DAB-303E-E2AD570286EA}"/>
              </a:ext>
            </a:extLst>
          </p:cNvPr>
          <p:cNvPicPr>
            <a:picLocks noChangeAspect="1"/>
          </p:cNvPicPr>
          <p:nvPr/>
        </p:nvPicPr>
        <p:blipFill>
          <a:blip r:embed="rId4"/>
          <a:srcRect l="6221" t="18031" r="12796" b="33567"/>
          <a:stretch>
            <a:fillRect/>
          </a:stretch>
        </p:blipFill>
        <p:spPr>
          <a:xfrm>
            <a:off x="2143153" y="945853"/>
            <a:ext cx="7910744" cy="2049384"/>
          </a:xfrm>
          <a:prstGeom prst="rect">
            <a:avLst/>
          </a:prstGeom>
        </p:spPr>
      </p:pic>
      <p:pic>
        <p:nvPicPr>
          <p:cNvPr id="18" name="Picture 17">
            <a:extLst>
              <a:ext uri="{FF2B5EF4-FFF2-40B4-BE49-F238E27FC236}">
                <a16:creationId xmlns:a16="http://schemas.microsoft.com/office/drawing/2014/main" id="{651927E9-4BDF-AE13-ED69-57C5B69FE69C}"/>
              </a:ext>
            </a:extLst>
          </p:cNvPr>
          <p:cNvPicPr>
            <a:picLocks noChangeAspect="1"/>
          </p:cNvPicPr>
          <p:nvPr/>
        </p:nvPicPr>
        <p:blipFill>
          <a:blip r:embed="rId5"/>
          <a:stretch>
            <a:fillRect/>
          </a:stretch>
        </p:blipFill>
        <p:spPr>
          <a:xfrm>
            <a:off x="2137839" y="2976933"/>
            <a:ext cx="2495898" cy="3331174"/>
          </a:xfrm>
          <a:prstGeom prst="rect">
            <a:avLst/>
          </a:prstGeom>
        </p:spPr>
      </p:pic>
    </p:spTree>
    <p:extLst>
      <p:ext uri="{BB962C8B-B14F-4D97-AF65-F5344CB8AC3E}">
        <p14:creationId xmlns:p14="http://schemas.microsoft.com/office/powerpoint/2010/main" val="4091178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1">
            <a:extLst>
              <a:ext uri="{FF2B5EF4-FFF2-40B4-BE49-F238E27FC236}">
                <a16:creationId xmlns:a16="http://schemas.microsoft.com/office/drawing/2014/main" id="{EDC8939C-BB23-5D83-C48E-3BA0CCF4C56A}"/>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marL="0" indent="0">
              <a:buNone/>
            </a:pPr>
            <a:r>
              <a:rPr lang="en-US" sz="2500" b="1" kern="1200">
                <a:solidFill>
                  <a:schemeClr val="tx2"/>
                </a:solidFill>
                <a:latin typeface="Frutiger 45 bold"/>
                <a:ea typeface="+mn-ea"/>
                <a:cs typeface="Calibri"/>
              </a:rPr>
              <a:t>Data Overview </a:t>
            </a:r>
          </a:p>
        </p:txBody>
      </p:sp>
      <p:graphicFrame>
        <p:nvGraphicFramePr>
          <p:cNvPr id="11" name="TextBox 1">
            <a:extLst>
              <a:ext uri="{FF2B5EF4-FFF2-40B4-BE49-F238E27FC236}">
                <a16:creationId xmlns:a16="http://schemas.microsoft.com/office/drawing/2014/main" id="{5506986C-4193-C8C3-07B3-A0931A04452B}"/>
              </a:ext>
            </a:extLst>
          </p:cNvPr>
          <p:cNvGraphicFramePr/>
          <p:nvPr>
            <p:extLst>
              <p:ext uri="{D42A27DB-BD31-4B8C-83A1-F6EECF244321}">
                <p14:modId xmlns:p14="http://schemas.microsoft.com/office/powerpoint/2010/main" val="3795969470"/>
              </p:ext>
            </p:extLst>
          </p:nvPr>
        </p:nvGraphicFramePr>
        <p:xfrm>
          <a:off x="533399" y="904810"/>
          <a:ext cx="111252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2272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C7EC5-BF99-C5AC-FAB1-03C8408169AB}"/>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marL="0" indent="0">
              <a:buNone/>
            </a:pPr>
            <a:r>
              <a:rPr lang="en-US" sz="2500">
                <a:solidFill>
                  <a:schemeClr val="tx2"/>
                </a:solidFill>
                <a:cs typeface="Calibri"/>
              </a:rPr>
              <a:t>Data Sources:</a:t>
            </a:r>
            <a:r>
              <a:rPr lang="en-US" sz="2500">
                <a:cs typeface="Calibri"/>
              </a:rPr>
              <a:t> </a:t>
            </a:r>
            <a:endParaRPr lang="en-US" sz="2500" b="1" kern="1200">
              <a:latin typeface="Frutiger 45 bold"/>
              <a:cs typeface="Calibri"/>
            </a:endParaRPr>
          </a:p>
        </p:txBody>
      </p:sp>
      <p:graphicFrame>
        <p:nvGraphicFramePr>
          <p:cNvPr id="15" name="TextBox 12">
            <a:extLst>
              <a:ext uri="{FF2B5EF4-FFF2-40B4-BE49-F238E27FC236}">
                <a16:creationId xmlns:a16="http://schemas.microsoft.com/office/drawing/2014/main" id="{2C11F6C4-C96D-BA7E-13A1-E4C333A2F0B8}"/>
              </a:ext>
            </a:extLst>
          </p:cNvPr>
          <p:cNvGraphicFramePr/>
          <p:nvPr>
            <p:extLst>
              <p:ext uri="{D42A27DB-BD31-4B8C-83A1-F6EECF244321}">
                <p14:modId xmlns:p14="http://schemas.microsoft.com/office/powerpoint/2010/main" val="724285335"/>
              </p:ext>
            </p:extLst>
          </p:nvPr>
        </p:nvGraphicFramePr>
        <p:xfrm>
          <a:off x="212557" y="1026695"/>
          <a:ext cx="11446041" cy="51470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2770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41DDC5EE-AFF5-8126-70AB-E80ACB9C0DED}"/>
              </a:ext>
            </a:extLst>
          </p:cNvPr>
          <p:cNvPicPr>
            <a:picLocks noChangeAspect="1"/>
          </p:cNvPicPr>
          <p:nvPr/>
        </p:nvPicPr>
        <p:blipFill>
          <a:blip r:embed="rId2"/>
          <a:stretch>
            <a:fillRect/>
          </a:stretch>
        </p:blipFill>
        <p:spPr>
          <a:xfrm>
            <a:off x="5080000" y="234758"/>
            <a:ext cx="6500090" cy="2566940"/>
          </a:xfrm>
          <a:prstGeom prst="rect">
            <a:avLst/>
          </a:prstGeom>
        </p:spPr>
      </p:pic>
      <p:sp>
        <p:nvSpPr>
          <p:cNvPr id="2" name="Title 1">
            <a:extLst>
              <a:ext uri="{FF2B5EF4-FFF2-40B4-BE49-F238E27FC236}">
                <a16:creationId xmlns:a16="http://schemas.microsoft.com/office/drawing/2014/main" id="{A86696C3-71E7-130E-FC41-16B329A58988}"/>
              </a:ext>
            </a:extLst>
          </p:cNvPr>
          <p:cNvSpPr>
            <a:spLocks noGrp="1"/>
          </p:cNvSpPr>
          <p:nvPr>
            <p:ph type="title"/>
          </p:nvPr>
        </p:nvSpPr>
        <p:spPr>
          <a:xfrm>
            <a:off x="478972" y="457200"/>
            <a:ext cx="4293054" cy="1600200"/>
          </a:xfrm>
        </p:spPr>
        <p:txBody>
          <a:bodyPr anchor="ctr">
            <a:normAutofit/>
          </a:bodyPr>
          <a:lstStyle/>
          <a:p>
            <a:r>
              <a:rPr lang="en-US" sz="2500">
                <a:solidFill>
                  <a:schemeClr val="tx2"/>
                </a:solidFill>
                <a:effectLst>
                  <a:outerShdw blurRad="38100" dist="38100" dir="2700000" algn="tl">
                    <a:srgbClr val="000000">
                      <a:alpha val="43137"/>
                    </a:srgbClr>
                  </a:outerShdw>
                </a:effectLst>
                <a:cs typeface="Calibri"/>
              </a:rPr>
              <a:t>I</a:t>
            </a:r>
            <a:r>
              <a:rPr lang="en-IN" sz="2500">
                <a:solidFill>
                  <a:schemeClr val="tx2"/>
                </a:solidFill>
                <a:effectLst>
                  <a:outerShdw blurRad="38100" dist="38100" dir="2700000" algn="tl">
                    <a:srgbClr val="000000">
                      <a:alpha val="43137"/>
                    </a:srgbClr>
                  </a:outerShdw>
                </a:effectLst>
                <a:cs typeface="Calibri"/>
              </a:rPr>
              <a:t>ICS Mapping</a:t>
            </a:r>
            <a:r>
              <a:rPr lang="en-IN" sz="2500">
                <a:effectLst>
                  <a:outerShdw blurRad="38100" dist="38100" dir="2700000" algn="tl">
                    <a:srgbClr val="000000">
                      <a:alpha val="43137"/>
                    </a:srgbClr>
                  </a:outerShdw>
                </a:effectLst>
                <a:cs typeface="Calibri"/>
              </a:rPr>
              <a:t> </a:t>
            </a:r>
          </a:p>
        </p:txBody>
      </p:sp>
      <p:sp>
        <p:nvSpPr>
          <p:cNvPr id="23" name="Text Placeholder 2">
            <a:extLst>
              <a:ext uri="{FF2B5EF4-FFF2-40B4-BE49-F238E27FC236}">
                <a16:creationId xmlns:a16="http://schemas.microsoft.com/office/drawing/2014/main" id="{D025617E-2D17-0CE5-27BE-FE899769A1FC}"/>
              </a:ext>
            </a:extLst>
          </p:cNvPr>
          <p:cNvSpPr>
            <a:spLocks noGrp="1"/>
          </p:cNvSpPr>
          <p:nvPr>
            <p:ph type="body" sz="half" idx="2"/>
          </p:nvPr>
        </p:nvSpPr>
        <p:spPr>
          <a:xfrm>
            <a:off x="478972" y="2057400"/>
            <a:ext cx="4293054" cy="3811588"/>
          </a:xfrm>
        </p:spPr>
        <p:txBody>
          <a:bodyPr>
            <a:normAutofit/>
          </a:bodyPr>
          <a:lstStyle/>
          <a:p>
            <a:pPr marL="342900" indent="-342900">
              <a:buFont typeface="Arial" panose="020B0604020202020204" pitchFamily="34" charset="0"/>
              <a:buChar char="•"/>
            </a:pPr>
            <a:r>
              <a:rPr lang="en-US"/>
              <a:t>Source Extraction: Data is extracted from the </a:t>
            </a:r>
            <a:r>
              <a:rPr lang="en-US" err="1"/>
              <a:t>Loan_Accounts</a:t>
            </a:r>
            <a:r>
              <a:rPr lang="en-US"/>
              <a:t> core banking system in CSV format.</a:t>
            </a:r>
          </a:p>
          <a:p>
            <a:pPr marL="342900" indent="-342900">
              <a:buFont typeface="Arial" panose="020B0604020202020204" pitchFamily="34" charset="0"/>
              <a:buChar char="•"/>
            </a:pPr>
            <a:r>
              <a:rPr lang="en-US"/>
              <a:t>Target Loading: Transformed data is loaded into the </a:t>
            </a:r>
            <a:r>
              <a:rPr lang="en-US" err="1"/>
              <a:t>stg_loan_accounts</a:t>
            </a:r>
            <a:r>
              <a:rPr lang="en-US"/>
              <a:t> table in Snowflake for further downstream processing.</a:t>
            </a:r>
          </a:p>
          <a:p>
            <a:pPr marL="342900" indent="-342900">
              <a:buFont typeface="Arial" panose="020B0604020202020204" pitchFamily="34" charset="0"/>
              <a:buChar char="•"/>
            </a:pPr>
            <a:r>
              <a:rPr lang="en-US"/>
              <a:t>Automation: The entire data flow from source to target is orchestrated and monitored using an IICS Mapping.</a:t>
            </a:r>
          </a:p>
          <a:p>
            <a:pPr marL="342900" indent="-342900">
              <a:buFont typeface="Arial" panose="020B0604020202020204" pitchFamily="34" charset="0"/>
              <a:buChar char="•"/>
            </a:pPr>
            <a:r>
              <a:rPr lang="en-US"/>
              <a:t>Scheduling: A daily </a:t>
            </a:r>
            <a:r>
              <a:rPr lang="en-US" err="1"/>
              <a:t>taskflow</a:t>
            </a:r>
            <a:r>
              <a:rPr lang="en-US"/>
              <a:t> is configured in IICS to ensure automatic data refresh and synchronization between source and Snowflake.</a:t>
            </a:r>
          </a:p>
        </p:txBody>
      </p:sp>
      <p:sp>
        <p:nvSpPr>
          <p:cNvPr id="4" name="AutoShape 2">
            <a:extLst>
              <a:ext uri="{FF2B5EF4-FFF2-40B4-BE49-F238E27FC236}">
                <a16:creationId xmlns:a16="http://schemas.microsoft.com/office/drawing/2014/main" id="{5DE717C6-59C7-6F03-3762-FE98EAC0958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descr="A screenshot of a computer&#10;&#10;AI-generated content may be incorrect.">
            <a:extLst>
              <a:ext uri="{FF2B5EF4-FFF2-40B4-BE49-F238E27FC236}">
                <a16:creationId xmlns:a16="http://schemas.microsoft.com/office/drawing/2014/main" id="{62681DAB-C5A2-D619-7AFC-B50F6F35D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1372" y="3804835"/>
            <a:ext cx="6388733" cy="1796716"/>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2F4D2967-14E9-85C2-1E3C-118FB55580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1372" y="1524858"/>
            <a:ext cx="6276439" cy="2067428"/>
          </a:xfrm>
          <a:prstGeom prst="rect">
            <a:avLst/>
          </a:prstGeom>
        </p:spPr>
      </p:pic>
    </p:spTree>
    <p:extLst>
      <p:ext uri="{BB962C8B-B14F-4D97-AF65-F5344CB8AC3E}">
        <p14:creationId xmlns:p14="http://schemas.microsoft.com/office/powerpoint/2010/main" val="175040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C1317-C0D6-1166-409A-B6DB1396ED51}"/>
              </a:ext>
            </a:extLst>
          </p:cNvPr>
          <p:cNvSpPr>
            <a:spLocks noGrp="1"/>
          </p:cNvSpPr>
          <p:nvPr>
            <p:ph type="body" sz="quarter" idx="13"/>
          </p:nvPr>
        </p:nvSpPr>
        <p:spPr>
          <a:xfrm>
            <a:off x="533399" y="453793"/>
            <a:ext cx="11125200" cy="434975"/>
          </a:xfrm>
        </p:spPr>
        <p:txBody>
          <a:bodyPr vert="horz" lIns="91440" tIns="45720" rIns="91440" bIns="45720" rtlCol="0" anchor="t">
            <a:normAutofit/>
          </a:bodyPr>
          <a:lstStyle/>
          <a:p>
            <a:pPr marL="0" indent="0">
              <a:buNone/>
            </a:pPr>
            <a:r>
              <a:rPr lang="en-US" sz="2500">
                <a:solidFill>
                  <a:schemeClr val="tx2"/>
                </a:solidFill>
                <a:cs typeface="Calibri"/>
              </a:rPr>
              <a:t>Automated Data Ingestion with </a:t>
            </a:r>
            <a:r>
              <a:rPr lang="en-US" sz="2500" err="1">
                <a:solidFill>
                  <a:schemeClr val="tx2"/>
                </a:solidFill>
                <a:cs typeface="Calibri"/>
              </a:rPr>
              <a:t>Snowpipe</a:t>
            </a:r>
            <a:endParaRPr lang="en-IN" sz="2500">
              <a:solidFill>
                <a:schemeClr val="tx2"/>
              </a:solidFill>
              <a:cs typeface="Calibri"/>
            </a:endParaRPr>
          </a:p>
        </p:txBody>
      </p:sp>
      <p:graphicFrame>
        <p:nvGraphicFramePr>
          <p:cNvPr id="12" name="Text Placeholder 2">
            <a:extLst>
              <a:ext uri="{FF2B5EF4-FFF2-40B4-BE49-F238E27FC236}">
                <a16:creationId xmlns:a16="http://schemas.microsoft.com/office/drawing/2014/main" id="{33395716-D55A-F046-64E3-FB107696B063}"/>
              </a:ext>
            </a:extLst>
          </p:cNvPr>
          <p:cNvGraphicFramePr/>
          <p:nvPr>
            <p:extLst>
              <p:ext uri="{D42A27DB-BD31-4B8C-83A1-F6EECF244321}">
                <p14:modId xmlns:p14="http://schemas.microsoft.com/office/powerpoint/2010/main" val="1433915581"/>
              </p:ext>
            </p:extLst>
          </p:nvPr>
        </p:nvGraphicFramePr>
        <p:xfrm>
          <a:off x="533399" y="1106906"/>
          <a:ext cx="5486399" cy="48997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78" name="Picture 6" descr="Snowflake — Snowpipe &amp; Snowpipe Streaming | by Amit Singh Rathore | Dev  Genius">
            <a:extLst>
              <a:ext uri="{FF2B5EF4-FFF2-40B4-BE49-F238E27FC236}">
                <a16:creationId xmlns:a16="http://schemas.microsoft.com/office/drawing/2014/main" id="{5E35A6D6-7C46-AD28-1C0D-F91AC8E8414C}"/>
              </a:ext>
            </a:extLst>
          </p:cNvPr>
          <p:cNvPicPr>
            <a:picLocks noGrp="1" noChangeAspect="1" noChangeArrowheads="1"/>
          </p:cNvPicPr>
          <p:nvPr>
            <p:ph idx="16"/>
          </p:nvPr>
        </p:nvPicPr>
        <p:blipFill>
          <a:blip r:embed="rId8">
            <a:extLst>
              <a:ext uri="{28A0092B-C50C-407E-A947-70E740481C1C}">
                <a14:useLocalDpi xmlns:a14="http://schemas.microsoft.com/office/drawing/2010/main" val="0"/>
              </a:ext>
            </a:extLst>
          </a:blip>
          <a:srcRect/>
          <a:stretch>
            <a:fillRect/>
          </a:stretch>
        </p:blipFill>
        <p:spPr bwMode="auto">
          <a:xfrm>
            <a:off x="6095998" y="1106906"/>
            <a:ext cx="6096001" cy="4748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2553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 program&#10;&#10;AI-generated content may be incorrect.">
            <a:extLst>
              <a:ext uri="{FF2B5EF4-FFF2-40B4-BE49-F238E27FC236}">
                <a16:creationId xmlns:a16="http://schemas.microsoft.com/office/drawing/2014/main" id="{1EA66C86-8452-2E07-118F-688436BE2D90}"/>
              </a:ext>
            </a:extLst>
          </p:cNvPr>
          <p:cNvPicPr>
            <a:picLocks noGrp="1" noChangeAspect="1"/>
          </p:cNvPicPr>
          <p:nvPr>
            <p:ph idx="15"/>
          </p:nvPr>
        </p:nvPicPr>
        <p:blipFill>
          <a:blip r:embed="rId3">
            <a:extLst>
              <a:ext uri="{28A0092B-C50C-407E-A947-70E740481C1C}">
                <a14:useLocalDpi xmlns:a14="http://schemas.microsoft.com/office/drawing/2010/main" val="0"/>
              </a:ext>
            </a:extLst>
          </a:blip>
          <a:stretch>
            <a:fillRect/>
          </a:stretch>
        </p:blipFill>
        <p:spPr>
          <a:xfrm>
            <a:off x="4950444" y="1584636"/>
            <a:ext cx="5543385" cy="1696601"/>
          </a:xfrm>
        </p:spPr>
      </p:pic>
      <p:sp>
        <p:nvSpPr>
          <p:cNvPr id="4" name="Text Placeholder 3">
            <a:extLst>
              <a:ext uri="{FF2B5EF4-FFF2-40B4-BE49-F238E27FC236}">
                <a16:creationId xmlns:a16="http://schemas.microsoft.com/office/drawing/2014/main" id="{1463430D-0A9C-2725-D0F7-C3ECC88524D3}"/>
              </a:ext>
            </a:extLst>
          </p:cNvPr>
          <p:cNvSpPr>
            <a:spLocks noGrp="1"/>
          </p:cNvSpPr>
          <p:nvPr>
            <p:ph type="body" sz="quarter" idx="13"/>
          </p:nvPr>
        </p:nvSpPr>
        <p:spPr/>
        <p:txBody>
          <a:bodyPr vert="horz" lIns="91440" tIns="45720" rIns="91440" bIns="45720" rtlCol="0" anchor="t">
            <a:noAutofit/>
          </a:bodyPr>
          <a:lstStyle/>
          <a:p>
            <a:r>
              <a:rPr lang="en-US" sz="2500" err="1">
                <a:solidFill>
                  <a:schemeClr val="tx2"/>
                </a:solidFill>
                <a:cs typeface="Calibri"/>
              </a:rPr>
              <a:t>Snowpipe</a:t>
            </a:r>
            <a:r>
              <a:rPr lang="en-US" sz="2500">
                <a:solidFill>
                  <a:schemeClr val="tx2"/>
                </a:solidFill>
                <a:cs typeface="Calibri"/>
              </a:rPr>
              <a:t> execution </a:t>
            </a:r>
            <a:endParaRPr lang="en-IN" sz="2500">
              <a:solidFill>
                <a:schemeClr val="tx2"/>
              </a:solidFill>
              <a:cs typeface="Calibri"/>
            </a:endParaRPr>
          </a:p>
        </p:txBody>
      </p:sp>
      <p:pic>
        <p:nvPicPr>
          <p:cNvPr id="9" name="Content Placeholder 8" descr="A screenshot of a computer&#10;&#10;AI-generated content may be incorrect.">
            <a:extLst>
              <a:ext uri="{FF2B5EF4-FFF2-40B4-BE49-F238E27FC236}">
                <a16:creationId xmlns:a16="http://schemas.microsoft.com/office/drawing/2014/main" id="{677104F9-AB97-4E36-0608-08BB6AF0CCFB}"/>
              </a:ext>
            </a:extLst>
          </p:cNvPr>
          <p:cNvPicPr>
            <a:picLocks noGrp="1" noChangeAspect="1"/>
          </p:cNvPicPr>
          <p:nvPr>
            <p:ph idx="16"/>
          </p:nvPr>
        </p:nvPicPr>
        <p:blipFill>
          <a:blip r:embed="rId4">
            <a:extLst>
              <a:ext uri="{28A0092B-C50C-407E-A947-70E740481C1C}">
                <a14:useLocalDpi xmlns:a14="http://schemas.microsoft.com/office/drawing/2010/main" val="0"/>
              </a:ext>
            </a:extLst>
          </a:blip>
          <a:stretch>
            <a:fillRect/>
          </a:stretch>
        </p:blipFill>
        <p:spPr bwMode="auto">
          <a:xfrm>
            <a:off x="54512" y="4073121"/>
            <a:ext cx="3396514" cy="187489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screenshot of a computer&#10;&#10;AI-generated content may be incorrect.">
            <a:extLst>
              <a:ext uri="{FF2B5EF4-FFF2-40B4-BE49-F238E27FC236}">
                <a16:creationId xmlns:a16="http://schemas.microsoft.com/office/drawing/2014/main" id="{A6DDBBB1-FEAC-777C-B2DD-C5369B969F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4987" y="4090585"/>
            <a:ext cx="3911546" cy="1874891"/>
          </a:xfrm>
          <a:prstGeom prst="rect">
            <a:avLst/>
          </a:prstGeom>
        </p:spPr>
      </p:pic>
      <p:sp>
        <p:nvSpPr>
          <p:cNvPr id="16" name="AutoShape 4">
            <a:extLst>
              <a:ext uri="{FF2B5EF4-FFF2-40B4-BE49-F238E27FC236}">
                <a16:creationId xmlns:a16="http://schemas.microsoft.com/office/drawing/2014/main" id="{65232AA4-924C-4CD8-D838-C6BC2D8681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8" name="Picture 17" descr="A screenshot of a computer&#10;&#10;AI-generated content may be incorrect.">
            <a:extLst>
              <a:ext uri="{FF2B5EF4-FFF2-40B4-BE49-F238E27FC236}">
                <a16:creationId xmlns:a16="http://schemas.microsoft.com/office/drawing/2014/main" id="{0D3C5382-973A-4727-6C5B-C60DB61B5E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11" y="1641760"/>
            <a:ext cx="4226125" cy="1685659"/>
          </a:xfrm>
          <a:prstGeom prst="rect">
            <a:avLst/>
          </a:prstGeom>
        </p:spPr>
      </p:pic>
      <p:sp>
        <p:nvSpPr>
          <p:cNvPr id="19" name="Arrow: Right 18">
            <a:extLst>
              <a:ext uri="{FF2B5EF4-FFF2-40B4-BE49-F238E27FC236}">
                <a16:creationId xmlns:a16="http://schemas.microsoft.com/office/drawing/2014/main" id="{10359A7B-1DF9-E201-BE3F-6C131CB62B86}"/>
              </a:ext>
            </a:extLst>
          </p:cNvPr>
          <p:cNvSpPr/>
          <p:nvPr/>
        </p:nvSpPr>
        <p:spPr>
          <a:xfrm>
            <a:off x="4384545" y="2173808"/>
            <a:ext cx="565900" cy="3041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Bent 20">
            <a:extLst>
              <a:ext uri="{FF2B5EF4-FFF2-40B4-BE49-F238E27FC236}">
                <a16:creationId xmlns:a16="http://schemas.microsoft.com/office/drawing/2014/main" id="{99109B99-948F-0B2C-B30D-9D4A14ABEF64}"/>
              </a:ext>
            </a:extLst>
          </p:cNvPr>
          <p:cNvSpPr/>
          <p:nvPr/>
        </p:nvSpPr>
        <p:spPr>
          <a:xfrm rot="5400000">
            <a:off x="9881504" y="2940396"/>
            <a:ext cx="2130867" cy="574599"/>
          </a:xfrm>
          <a:prstGeom prst="bentArrow">
            <a:avLst>
              <a:gd name="adj1" fmla="val 25000"/>
              <a:gd name="adj2" fmla="val 29617"/>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2" name="Arrow: Left 21">
            <a:extLst>
              <a:ext uri="{FF2B5EF4-FFF2-40B4-BE49-F238E27FC236}">
                <a16:creationId xmlns:a16="http://schemas.microsoft.com/office/drawing/2014/main" id="{BEAEB556-7426-4C6B-DF00-4251529B4B9C}"/>
              </a:ext>
            </a:extLst>
          </p:cNvPr>
          <p:cNvSpPr/>
          <p:nvPr/>
        </p:nvSpPr>
        <p:spPr>
          <a:xfrm>
            <a:off x="3508826" y="4808943"/>
            <a:ext cx="519310" cy="23872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6CADE276-12D2-F383-85C0-C2C870685093}"/>
              </a:ext>
            </a:extLst>
          </p:cNvPr>
          <p:cNvSpPr txBox="1"/>
          <p:nvPr/>
        </p:nvSpPr>
        <p:spPr>
          <a:xfrm>
            <a:off x="315684" y="1168842"/>
            <a:ext cx="2579914" cy="646331"/>
          </a:xfrm>
          <a:prstGeom prst="rect">
            <a:avLst/>
          </a:prstGeom>
          <a:noFill/>
        </p:spPr>
        <p:txBody>
          <a:bodyPr wrap="square" rtlCol="0">
            <a:spAutoFit/>
          </a:bodyPr>
          <a:lstStyle/>
          <a:p>
            <a:r>
              <a:rPr lang="en-US"/>
              <a:t>Configure Cloud Storage</a:t>
            </a:r>
            <a:endParaRPr lang="en-IN"/>
          </a:p>
          <a:p>
            <a:endParaRPr lang="en-IN"/>
          </a:p>
        </p:txBody>
      </p:sp>
      <p:sp>
        <p:nvSpPr>
          <p:cNvPr id="25" name="TextBox 24">
            <a:extLst>
              <a:ext uri="{FF2B5EF4-FFF2-40B4-BE49-F238E27FC236}">
                <a16:creationId xmlns:a16="http://schemas.microsoft.com/office/drawing/2014/main" id="{73E5350C-E9F1-1D37-EFF3-56D62F4138F9}"/>
              </a:ext>
            </a:extLst>
          </p:cNvPr>
          <p:cNvSpPr txBox="1"/>
          <p:nvPr/>
        </p:nvSpPr>
        <p:spPr>
          <a:xfrm>
            <a:off x="4950444" y="1224308"/>
            <a:ext cx="5886704" cy="646331"/>
          </a:xfrm>
          <a:prstGeom prst="rect">
            <a:avLst/>
          </a:prstGeom>
          <a:noFill/>
        </p:spPr>
        <p:txBody>
          <a:bodyPr wrap="square" rtlCol="0">
            <a:spAutoFit/>
          </a:bodyPr>
          <a:lstStyle/>
          <a:p>
            <a:r>
              <a:rPr lang="en-US"/>
              <a:t>Create Storage Integration and External Stage in Snowflake  </a:t>
            </a:r>
          </a:p>
          <a:p>
            <a:endParaRPr lang="en-IN"/>
          </a:p>
        </p:txBody>
      </p:sp>
      <p:sp>
        <p:nvSpPr>
          <p:cNvPr id="26" name="TextBox 25">
            <a:extLst>
              <a:ext uri="{FF2B5EF4-FFF2-40B4-BE49-F238E27FC236}">
                <a16:creationId xmlns:a16="http://schemas.microsoft.com/office/drawing/2014/main" id="{E71C0B0F-69BB-6D2C-B1FD-79CA50627369}"/>
              </a:ext>
            </a:extLst>
          </p:cNvPr>
          <p:cNvSpPr txBox="1"/>
          <p:nvPr/>
        </p:nvSpPr>
        <p:spPr>
          <a:xfrm>
            <a:off x="4074987" y="3646797"/>
            <a:ext cx="3418114" cy="646331"/>
          </a:xfrm>
          <a:prstGeom prst="rect">
            <a:avLst/>
          </a:prstGeom>
          <a:noFill/>
        </p:spPr>
        <p:txBody>
          <a:bodyPr wrap="square" rtlCol="0">
            <a:spAutoFit/>
          </a:bodyPr>
          <a:lstStyle/>
          <a:p>
            <a:r>
              <a:rPr lang="en-US"/>
              <a:t>Snow pipe running status</a:t>
            </a:r>
            <a:endParaRPr lang="en-IN"/>
          </a:p>
          <a:p>
            <a:endParaRPr lang="en-IN"/>
          </a:p>
        </p:txBody>
      </p:sp>
      <p:sp>
        <p:nvSpPr>
          <p:cNvPr id="27" name="TextBox 26">
            <a:extLst>
              <a:ext uri="{FF2B5EF4-FFF2-40B4-BE49-F238E27FC236}">
                <a16:creationId xmlns:a16="http://schemas.microsoft.com/office/drawing/2014/main" id="{CCBF487D-7B68-DEEC-1D00-4370271A0230}"/>
              </a:ext>
            </a:extLst>
          </p:cNvPr>
          <p:cNvSpPr txBox="1"/>
          <p:nvPr/>
        </p:nvSpPr>
        <p:spPr>
          <a:xfrm>
            <a:off x="0" y="3680796"/>
            <a:ext cx="2547175" cy="369332"/>
          </a:xfrm>
          <a:prstGeom prst="rect">
            <a:avLst/>
          </a:prstGeom>
          <a:noFill/>
        </p:spPr>
        <p:txBody>
          <a:bodyPr wrap="square" rtlCol="0">
            <a:spAutoFit/>
          </a:bodyPr>
          <a:lstStyle/>
          <a:p>
            <a:r>
              <a:rPr lang="en-US"/>
              <a:t>Monitor and Validate</a:t>
            </a:r>
            <a:endParaRPr lang="en-IN"/>
          </a:p>
        </p:txBody>
      </p:sp>
      <p:sp>
        <p:nvSpPr>
          <p:cNvPr id="28" name="Arrow: Left 27">
            <a:extLst>
              <a:ext uri="{FF2B5EF4-FFF2-40B4-BE49-F238E27FC236}">
                <a16:creationId xmlns:a16="http://schemas.microsoft.com/office/drawing/2014/main" id="{E85907EF-8898-3E41-1874-2610D96605B3}"/>
              </a:ext>
            </a:extLst>
          </p:cNvPr>
          <p:cNvSpPr/>
          <p:nvPr/>
        </p:nvSpPr>
        <p:spPr>
          <a:xfrm>
            <a:off x="7986532" y="4901306"/>
            <a:ext cx="496219" cy="28418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CA46AA32-3C8C-99BC-58A2-5C0E4CD43489}"/>
              </a:ext>
            </a:extLst>
          </p:cNvPr>
          <p:cNvSpPr txBox="1"/>
          <p:nvPr/>
        </p:nvSpPr>
        <p:spPr>
          <a:xfrm>
            <a:off x="8481619" y="3698743"/>
            <a:ext cx="2195616" cy="369332"/>
          </a:xfrm>
          <a:prstGeom prst="rect">
            <a:avLst/>
          </a:prstGeom>
          <a:noFill/>
        </p:spPr>
        <p:txBody>
          <a:bodyPr wrap="square" lIns="91440" tIns="45720" rIns="91440" bIns="45720" rtlCol="0" anchor="t">
            <a:spAutoFit/>
          </a:bodyPr>
          <a:lstStyle/>
          <a:p>
            <a:r>
              <a:rPr lang="en-US"/>
              <a:t>Notification channel</a:t>
            </a:r>
            <a:endParaRPr lang="en-IN" err="1"/>
          </a:p>
        </p:txBody>
      </p:sp>
      <p:pic>
        <p:nvPicPr>
          <p:cNvPr id="2" name="Picture 1" descr="A screenshot of a computer&#10;&#10;AI-generated content may be incorrect.">
            <a:extLst>
              <a:ext uri="{FF2B5EF4-FFF2-40B4-BE49-F238E27FC236}">
                <a16:creationId xmlns:a16="http://schemas.microsoft.com/office/drawing/2014/main" id="{3BC3C26C-0791-F33F-166E-9451DDB93A45}"/>
              </a:ext>
            </a:extLst>
          </p:cNvPr>
          <p:cNvPicPr>
            <a:picLocks noChangeAspect="1"/>
          </p:cNvPicPr>
          <p:nvPr/>
        </p:nvPicPr>
        <p:blipFill>
          <a:blip r:embed="rId7"/>
          <a:srcRect r="31234" b="-735"/>
          <a:stretch>
            <a:fillRect/>
          </a:stretch>
        </p:blipFill>
        <p:spPr>
          <a:xfrm>
            <a:off x="8487805" y="4311794"/>
            <a:ext cx="3699804" cy="1632105"/>
          </a:xfrm>
          <a:prstGeom prst="rect">
            <a:avLst/>
          </a:prstGeom>
        </p:spPr>
      </p:pic>
    </p:spTree>
    <p:extLst>
      <p:ext uri="{BB962C8B-B14F-4D97-AF65-F5344CB8AC3E}">
        <p14:creationId xmlns:p14="http://schemas.microsoft.com/office/powerpoint/2010/main" val="3854156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D21373-C5A5-024B-51C5-2C19516CF64F}"/>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marL="0" indent="0">
              <a:buNone/>
            </a:pPr>
            <a:r>
              <a:rPr lang="en-US" sz="2500">
                <a:solidFill>
                  <a:schemeClr val="tx2"/>
                </a:solidFill>
                <a:cs typeface="Calibri"/>
              </a:rPr>
              <a:t>Data Preprocessing Steps</a:t>
            </a:r>
          </a:p>
          <a:p>
            <a:endParaRPr lang="en-IN" sz="2500"/>
          </a:p>
        </p:txBody>
      </p:sp>
      <p:graphicFrame>
        <p:nvGraphicFramePr>
          <p:cNvPr id="5" name="Text Placeholder 1">
            <a:extLst>
              <a:ext uri="{FF2B5EF4-FFF2-40B4-BE49-F238E27FC236}">
                <a16:creationId xmlns:a16="http://schemas.microsoft.com/office/drawing/2014/main" id="{C99D1D83-58F0-74D1-5FC8-0BD769919B65}"/>
              </a:ext>
            </a:extLst>
          </p:cNvPr>
          <p:cNvGraphicFramePr/>
          <p:nvPr>
            <p:extLst>
              <p:ext uri="{D42A27DB-BD31-4B8C-83A1-F6EECF244321}">
                <p14:modId xmlns:p14="http://schemas.microsoft.com/office/powerpoint/2010/main" val="3962777458"/>
              </p:ext>
            </p:extLst>
          </p:nvPr>
        </p:nvGraphicFramePr>
        <p:xfrm>
          <a:off x="533399" y="904810"/>
          <a:ext cx="11255830" cy="5125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8394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EA3223-C354-4CDD-D75B-A0036F17B4BD}"/>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marL="0" indent="0">
              <a:buNone/>
            </a:pPr>
            <a:r>
              <a:rPr lang="en-US" sz="2500">
                <a:solidFill>
                  <a:schemeClr val="tx2"/>
                </a:solidFill>
                <a:cs typeface="Calibri"/>
              </a:rPr>
              <a:t>Dimension and Fact Tables</a:t>
            </a:r>
          </a:p>
        </p:txBody>
      </p:sp>
      <p:graphicFrame>
        <p:nvGraphicFramePr>
          <p:cNvPr id="5" name="Table 4">
            <a:extLst>
              <a:ext uri="{FF2B5EF4-FFF2-40B4-BE49-F238E27FC236}">
                <a16:creationId xmlns:a16="http://schemas.microsoft.com/office/drawing/2014/main" id="{EE15EBCB-652B-8988-BF0C-E49A57399D07}"/>
              </a:ext>
            </a:extLst>
          </p:cNvPr>
          <p:cNvGraphicFramePr>
            <a:graphicFrameLocks noGrp="1"/>
          </p:cNvGraphicFramePr>
          <p:nvPr>
            <p:extLst>
              <p:ext uri="{D42A27DB-BD31-4B8C-83A1-F6EECF244321}">
                <p14:modId xmlns:p14="http://schemas.microsoft.com/office/powerpoint/2010/main" val="807486945"/>
              </p:ext>
            </p:extLst>
          </p:nvPr>
        </p:nvGraphicFramePr>
        <p:xfrm>
          <a:off x="343079" y="1983630"/>
          <a:ext cx="5486400" cy="3787740"/>
        </p:xfrm>
        <a:graphic>
          <a:graphicData uri="http://schemas.openxmlformats.org/drawingml/2006/table">
            <a:tbl>
              <a:tblPr firstRow="1" bandRow="1">
                <a:tableStyleId>{5C22544A-7EE6-4342-B048-85BDC9FD1C3A}</a:tableStyleId>
              </a:tblPr>
              <a:tblGrid>
                <a:gridCol w="1967923">
                  <a:extLst>
                    <a:ext uri="{9D8B030D-6E8A-4147-A177-3AD203B41FA5}">
                      <a16:colId xmlns:a16="http://schemas.microsoft.com/office/drawing/2014/main" val="3740039080"/>
                    </a:ext>
                  </a:extLst>
                </a:gridCol>
                <a:gridCol w="3518477">
                  <a:extLst>
                    <a:ext uri="{9D8B030D-6E8A-4147-A177-3AD203B41FA5}">
                      <a16:colId xmlns:a16="http://schemas.microsoft.com/office/drawing/2014/main" val="3235571711"/>
                    </a:ext>
                  </a:extLst>
                </a:gridCol>
              </a:tblGrid>
              <a:tr h="541862">
                <a:tc>
                  <a:txBody>
                    <a:bodyPr/>
                    <a:lstStyle/>
                    <a:p>
                      <a:r>
                        <a:rPr lang="en-IN" sz="1700"/>
                        <a:t>Table Name	</a:t>
                      </a:r>
                    </a:p>
                  </a:txBody>
                  <a:tcPr marL="83940" marR="83940" marT="41970" marB="41970"/>
                </a:tc>
                <a:tc>
                  <a:txBody>
                    <a:bodyPr/>
                    <a:lstStyle/>
                    <a:p>
                      <a:r>
                        <a:rPr lang="en-IN" sz="1700"/>
                        <a:t>Description</a:t>
                      </a:r>
                    </a:p>
                    <a:p>
                      <a:endParaRPr lang="en-IN" sz="1700"/>
                    </a:p>
                  </a:txBody>
                  <a:tcPr marL="83940" marR="83940" marT="41970" marB="41970"/>
                </a:tc>
                <a:extLst>
                  <a:ext uri="{0D108BD9-81ED-4DB2-BD59-A6C34878D82A}">
                    <a16:rowId xmlns:a16="http://schemas.microsoft.com/office/drawing/2014/main" val="3542791461"/>
                  </a:ext>
                </a:extLst>
              </a:tr>
              <a:tr h="541862">
                <a:tc>
                  <a:txBody>
                    <a:bodyPr/>
                    <a:lstStyle/>
                    <a:p>
                      <a:r>
                        <a:rPr lang="en-IN" sz="1700" err="1"/>
                        <a:t>dim_customer</a:t>
                      </a:r>
                      <a:r>
                        <a:rPr lang="en-IN" sz="1700"/>
                        <a:t>	</a:t>
                      </a:r>
                    </a:p>
                  </a:txBody>
                  <a:tcPr marL="83940" marR="83940" marT="41970" marB="41970"/>
                </a:tc>
                <a:tc>
                  <a:txBody>
                    <a:bodyPr/>
                    <a:lstStyle/>
                    <a:p>
                      <a:r>
                        <a:rPr lang="en-IN" sz="1700"/>
                        <a:t>Customer master info—name, demographic, segment</a:t>
                      </a:r>
                    </a:p>
                  </a:txBody>
                  <a:tcPr marL="83940" marR="83940" marT="41970" marB="41970"/>
                </a:tc>
                <a:extLst>
                  <a:ext uri="{0D108BD9-81ED-4DB2-BD59-A6C34878D82A}">
                    <a16:rowId xmlns:a16="http://schemas.microsoft.com/office/drawing/2014/main" val="211967189"/>
                  </a:ext>
                </a:extLst>
              </a:tr>
              <a:tr h="761536">
                <a:tc>
                  <a:txBody>
                    <a:bodyPr/>
                    <a:lstStyle/>
                    <a:p>
                      <a:r>
                        <a:rPr lang="en-IN" sz="1700"/>
                        <a:t>dim_product	</a:t>
                      </a:r>
                    </a:p>
                  </a:txBody>
                  <a:tcPr marL="83940" marR="83940" marT="41970" marB="41970"/>
                </a:tc>
                <a:tc>
                  <a:txBody>
                    <a:bodyPr/>
                    <a:lstStyle/>
                    <a:p>
                      <a:r>
                        <a:rPr lang="en-IN" sz="1700"/>
                        <a:t>Loan product details—type, terms, APR, risk band</a:t>
                      </a:r>
                    </a:p>
                    <a:p>
                      <a:endParaRPr lang="en-IN" sz="1700"/>
                    </a:p>
                  </a:txBody>
                  <a:tcPr marL="83940" marR="83940" marT="41970" marB="41970"/>
                </a:tc>
                <a:extLst>
                  <a:ext uri="{0D108BD9-81ED-4DB2-BD59-A6C34878D82A}">
                    <a16:rowId xmlns:a16="http://schemas.microsoft.com/office/drawing/2014/main" val="2353500811"/>
                  </a:ext>
                </a:extLst>
              </a:tr>
              <a:tr h="761536">
                <a:tc>
                  <a:txBody>
                    <a:bodyPr/>
                    <a:lstStyle/>
                    <a:p>
                      <a:r>
                        <a:rPr lang="en-IN" sz="1700" err="1"/>
                        <a:t>dim_region</a:t>
                      </a:r>
                      <a:r>
                        <a:rPr lang="en-IN" sz="1700"/>
                        <a:t>	</a:t>
                      </a:r>
                    </a:p>
                  </a:txBody>
                  <a:tcPr marL="83940" marR="83940" marT="41970" marB="41970"/>
                </a:tc>
                <a:tc>
                  <a:txBody>
                    <a:bodyPr/>
                    <a:lstStyle/>
                    <a:p>
                      <a:r>
                        <a:rPr lang="en-IN" sz="1700"/>
                        <a:t>Branch or geographic hierarchy for each customer</a:t>
                      </a:r>
                    </a:p>
                    <a:p>
                      <a:endParaRPr lang="en-IN" sz="1700"/>
                    </a:p>
                  </a:txBody>
                  <a:tcPr marL="83940" marR="83940" marT="41970" marB="41970"/>
                </a:tc>
                <a:extLst>
                  <a:ext uri="{0D108BD9-81ED-4DB2-BD59-A6C34878D82A}">
                    <a16:rowId xmlns:a16="http://schemas.microsoft.com/office/drawing/2014/main" val="162495366"/>
                  </a:ext>
                </a:extLst>
              </a:tr>
              <a:tr h="761536">
                <a:tc>
                  <a:txBody>
                    <a:bodyPr/>
                    <a:lstStyle/>
                    <a:p>
                      <a:r>
                        <a:rPr lang="en-IN" sz="1700"/>
                        <a:t>dim_collateral	</a:t>
                      </a:r>
                    </a:p>
                  </a:txBody>
                  <a:tcPr marL="83940" marR="83940" marT="41970" marB="419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a:t>Collateral asset details used to secure each loan</a:t>
                      </a:r>
                    </a:p>
                    <a:p>
                      <a:endParaRPr lang="en-IN" sz="1700"/>
                    </a:p>
                  </a:txBody>
                  <a:tcPr marL="83940" marR="83940" marT="41970" marB="41970"/>
                </a:tc>
                <a:extLst>
                  <a:ext uri="{0D108BD9-81ED-4DB2-BD59-A6C34878D82A}">
                    <a16:rowId xmlns:a16="http://schemas.microsoft.com/office/drawing/2014/main" val="1976038185"/>
                  </a:ext>
                </a:extLst>
              </a:tr>
            </a:tbl>
          </a:graphicData>
        </a:graphic>
      </p:graphicFrame>
      <p:graphicFrame>
        <p:nvGraphicFramePr>
          <p:cNvPr id="6" name="Table 5">
            <a:extLst>
              <a:ext uri="{FF2B5EF4-FFF2-40B4-BE49-F238E27FC236}">
                <a16:creationId xmlns:a16="http://schemas.microsoft.com/office/drawing/2014/main" id="{B6E6CF06-24B4-9171-E5FF-670BCFE44C4B}"/>
              </a:ext>
            </a:extLst>
          </p:cNvPr>
          <p:cNvGraphicFramePr>
            <a:graphicFrameLocks noGrp="1"/>
          </p:cNvGraphicFramePr>
          <p:nvPr>
            <p:extLst>
              <p:ext uri="{D42A27DB-BD31-4B8C-83A1-F6EECF244321}">
                <p14:modId xmlns:p14="http://schemas.microsoft.com/office/powerpoint/2010/main" val="412250297"/>
              </p:ext>
            </p:extLst>
          </p:nvPr>
        </p:nvGraphicFramePr>
        <p:xfrm>
          <a:off x="6004741" y="1983630"/>
          <a:ext cx="5925458" cy="3705789"/>
        </p:xfrm>
        <a:graphic>
          <a:graphicData uri="http://schemas.openxmlformats.org/drawingml/2006/table">
            <a:tbl>
              <a:tblPr firstRow="1" bandRow="1">
                <a:tableStyleId>{5C22544A-7EE6-4342-B048-85BDC9FD1C3A}</a:tableStyleId>
              </a:tblPr>
              <a:tblGrid>
                <a:gridCol w="2962729">
                  <a:extLst>
                    <a:ext uri="{9D8B030D-6E8A-4147-A177-3AD203B41FA5}">
                      <a16:colId xmlns:a16="http://schemas.microsoft.com/office/drawing/2014/main" val="3982154144"/>
                    </a:ext>
                  </a:extLst>
                </a:gridCol>
                <a:gridCol w="2962729">
                  <a:extLst>
                    <a:ext uri="{9D8B030D-6E8A-4147-A177-3AD203B41FA5}">
                      <a16:colId xmlns:a16="http://schemas.microsoft.com/office/drawing/2014/main" val="2780422002"/>
                    </a:ext>
                  </a:extLst>
                </a:gridCol>
              </a:tblGrid>
              <a:tr h="535688">
                <a:tc>
                  <a:txBody>
                    <a:bodyPr/>
                    <a:lstStyle/>
                    <a:p>
                      <a:r>
                        <a:rPr lang="en-US"/>
                        <a:t>Table Name</a:t>
                      </a:r>
                      <a:endParaRPr lang="en-IN"/>
                    </a:p>
                  </a:txBody>
                  <a:tcPr/>
                </a:tc>
                <a:tc>
                  <a:txBody>
                    <a:bodyPr/>
                    <a:lstStyle/>
                    <a:p>
                      <a:r>
                        <a:rPr lang="en-US"/>
                        <a:t>Description</a:t>
                      </a:r>
                      <a:endParaRPr lang="en-IN"/>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392481"/>
                  </a:ext>
                </a:extLst>
              </a:tr>
              <a:tr h="924613">
                <a:tc>
                  <a:txBody>
                    <a:bodyPr/>
                    <a:lstStyle/>
                    <a:p>
                      <a:r>
                        <a:rPr lang="en-US" err="1"/>
                        <a:t>fact_loan_account</a:t>
                      </a:r>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Loan balances, draws, repayments, status change</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12119250"/>
                  </a:ext>
                </a:extLst>
              </a:tr>
              <a:tr h="924613">
                <a:tc>
                  <a:txBody>
                    <a:bodyPr/>
                    <a:lstStyle/>
                    <a:p>
                      <a:r>
                        <a:rPr lang="en-US" err="1"/>
                        <a:t>fact_collection_event</a:t>
                      </a:r>
                      <a:endParaRPr lang="en-IN"/>
                    </a:p>
                  </a:txBody>
                  <a:tcPr/>
                </a:tc>
                <a:tc>
                  <a:txBody>
                    <a:bodyPr/>
                    <a:lstStyle/>
                    <a:p>
                      <a:r>
                        <a:rPr lang="en-US"/>
                        <a:t>Collection actions—PTPs, outcomes, dates, agents</a:t>
                      </a:r>
                      <a:endParaRPr lang="en-IN"/>
                    </a:p>
                  </a:txBody>
                  <a:tcPr/>
                </a:tc>
                <a:extLst>
                  <a:ext uri="{0D108BD9-81ED-4DB2-BD59-A6C34878D82A}">
                    <a16:rowId xmlns:a16="http://schemas.microsoft.com/office/drawing/2014/main" val="2975299206"/>
                  </a:ext>
                </a:extLst>
              </a:tr>
              <a:tr h="1320875">
                <a:tc>
                  <a:txBody>
                    <a:bodyPr/>
                    <a:lstStyle/>
                    <a:p>
                      <a:r>
                        <a:rPr lang="en-US" err="1"/>
                        <a:t>fact_bureau_score</a:t>
                      </a:r>
                      <a:endParaRPr lang="en-IN"/>
                    </a:p>
                  </a:txBody>
                  <a:tcPr/>
                </a:tc>
                <a:tc>
                  <a:txBody>
                    <a:bodyPr/>
                    <a:lstStyle/>
                    <a:p>
                      <a:r>
                        <a:rPr lang="en-US"/>
                        <a:t>Credit bureau score snapshots for each customer/loan</a:t>
                      </a:r>
                      <a:endParaRPr lang="en-IN"/>
                    </a:p>
                  </a:txBody>
                  <a:tcPr/>
                </a:tc>
                <a:extLst>
                  <a:ext uri="{0D108BD9-81ED-4DB2-BD59-A6C34878D82A}">
                    <a16:rowId xmlns:a16="http://schemas.microsoft.com/office/drawing/2014/main" val="3727377410"/>
                  </a:ext>
                </a:extLst>
              </a:tr>
            </a:tbl>
          </a:graphicData>
        </a:graphic>
      </p:graphicFrame>
      <p:sp>
        <p:nvSpPr>
          <p:cNvPr id="7" name="TextBox 6">
            <a:extLst>
              <a:ext uri="{FF2B5EF4-FFF2-40B4-BE49-F238E27FC236}">
                <a16:creationId xmlns:a16="http://schemas.microsoft.com/office/drawing/2014/main" id="{3AB49291-B840-4B46-D392-A76529D11DC1}"/>
              </a:ext>
            </a:extLst>
          </p:cNvPr>
          <p:cNvSpPr txBox="1"/>
          <p:nvPr/>
        </p:nvSpPr>
        <p:spPr>
          <a:xfrm>
            <a:off x="343079" y="1513114"/>
            <a:ext cx="3744686" cy="369332"/>
          </a:xfrm>
          <a:prstGeom prst="rect">
            <a:avLst/>
          </a:prstGeom>
          <a:noFill/>
        </p:spPr>
        <p:txBody>
          <a:bodyPr wrap="square" rtlCol="0">
            <a:spAutoFit/>
          </a:bodyPr>
          <a:lstStyle/>
          <a:p>
            <a:r>
              <a:rPr lang="en-US"/>
              <a:t>Dimension tables</a:t>
            </a:r>
            <a:endParaRPr lang="en-IN"/>
          </a:p>
        </p:txBody>
      </p:sp>
      <p:sp>
        <p:nvSpPr>
          <p:cNvPr id="8" name="TextBox 7">
            <a:extLst>
              <a:ext uri="{FF2B5EF4-FFF2-40B4-BE49-F238E27FC236}">
                <a16:creationId xmlns:a16="http://schemas.microsoft.com/office/drawing/2014/main" id="{3EC3259C-9328-A23F-4FC0-B04FC359CC14}"/>
              </a:ext>
            </a:extLst>
          </p:cNvPr>
          <p:cNvSpPr txBox="1"/>
          <p:nvPr/>
        </p:nvSpPr>
        <p:spPr>
          <a:xfrm>
            <a:off x="6004741" y="1513114"/>
            <a:ext cx="2099496" cy="369332"/>
          </a:xfrm>
          <a:prstGeom prst="rect">
            <a:avLst/>
          </a:prstGeom>
          <a:noFill/>
        </p:spPr>
        <p:txBody>
          <a:bodyPr wrap="square" rtlCol="0">
            <a:spAutoFit/>
          </a:bodyPr>
          <a:lstStyle/>
          <a:p>
            <a:r>
              <a:rPr lang="en-US"/>
              <a:t>Fact tables </a:t>
            </a:r>
            <a:endParaRPr lang="en-IN"/>
          </a:p>
        </p:txBody>
      </p:sp>
    </p:spTree>
    <p:extLst>
      <p:ext uri="{BB962C8B-B14F-4D97-AF65-F5344CB8AC3E}">
        <p14:creationId xmlns:p14="http://schemas.microsoft.com/office/powerpoint/2010/main" val="3399825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6CEFB3-A4AE-606B-418A-AC2EDE033914}"/>
              </a:ext>
            </a:extLst>
          </p:cNvPr>
          <p:cNvSpPr>
            <a:spLocks noGrp="1"/>
          </p:cNvSpPr>
          <p:nvPr>
            <p:ph type="body" sz="quarter" idx="13"/>
          </p:nvPr>
        </p:nvSpPr>
        <p:spPr>
          <a:xfrm>
            <a:off x="533399" y="188867"/>
            <a:ext cx="11125200" cy="338753"/>
          </a:xfrm>
        </p:spPr>
        <p:txBody>
          <a:bodyPr vert="horz" lIns="91440" tIns="45720" rIns="91440" bIns="45720" rtlCol="0" anchor="t">
            <a:noAutofit/>
          </a:bodyPr>
          <a:lstStyle/>
          <a:p>
            <a:r>
              <a:rPr lang="en-US" sz="2500">
                <a:solidFill>
                  <a:schemeClr val="tx2"/>
                </a:solidFill>
                <a:cs typeface="Calibri"/>
              </a:rPr>
              <a:t>Star schema</a:t>
            </a:r>
            <a:r>
              <a:rPr lang="en-US">
                <a:solidFill>
                  <a:schemeClr val="tx2"/>
                </a:solidFill>
                <a:cs typeface="Calibri"/>
              </a:rPr>
              <a:t> </a:t>
            </a:r>
            <a:endParaRPr lang="en-IN">
              <a:solidFill>
                <a:schemeClr val="tx2"/>
              </a:solidFill>
              <a:cs typeface="Calibri"/>
            </a:endParaRPr>
          </a:p>
        </p:txBody>
      </p:sp>
      <p:sp>
        <p:nvSpPr>
          <p:cNvPr id="3" name="Content Placeholder 2">
            <a:extLst>
              <a:ext uri="{FF2B5EF4-FFF2-40B4-BE49-F238E27FC236}">
                <a16:creationId xmlns:a16="http://schemas.microsoft.com/office/drawing/2014/main" id="{5AF6B126-3CE8-3864-1E25-17A38FF59516}"/>
              </a:ext>
            </a:extLst>
          </p:cNvPr>
          <p:cNvSpPr>
            <a:spLocks noGrp="1"/>
          </p:cNvSpPr>
          <p:nvPr>
            <p:ph idx="15"/>
          </p:nvPr>
        </p:nvSpPr>
        <p:spPr>
          <a:xfrm>
            <a:off x="533399" y="626667"/>
            <a:ext cx="11125200" cy="1743166"/>
          </a:xfrm>
        </p:spPr>
        <p:txBody>
          <a:bodyPr/>
          <a:lstStyle/>
          <a:p>
            <a:pPr marL="0" indent="0">
              <a:buNone/>
            </a:pPr>
            <a:endParaRPr lang="en-US"/>
          </a:p>
          <a:p>
            <a:pPr marL="0" indent="0">
              <a:buNone/>
            </a:pPr>
            <a:r>
              <a:rPr lang="en-US" sz="1900"/>
              <a:t>A star schema is a data warehouse design that places a central fact table at the center, surrounded by dimension tables. The fact table captures quantitative business events (such as transactions or balances), and each dimension table provides descriptive attributes (like product, customer, region, or time).</a:t>
            </a:r>
          </a:p>
          <a:p>
            <a:pPr marL="0" indent="0">
              <a:buNone/>
            </a:pPr>
            <a:endParaRPr lang="en-IN"/>
          </a:p>
        </p:txBody>
      </p:sp>
      <p:pic>
        <p:nvPicPr>
          <p:cNvPr id="6" name="Picture 5" descr="A diagram of a company&#10;&#10;AI-generated content may be incorrect.">
            <a:extLst>
              <a:ext uri="{FF2B5EF4-FFF2-40B4-BE49-F238E27FC236}">
                <a16:creationId xmlns:a16="http://schemas.microsoft.com/office/drawing/2014/main" id="{515E0EBA-3F2E-0E42-CD6C-6231193C0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046" y="2086804"/>
            <a:ext cx="10457906" cy="4009196"/>
          </a:xfrm>
          <a:prstGeom prst="rect">
            <a:avLst/>
          </a:prstGeom>
        </p:spPr>
      </p:pic>
    </p:spTree>
    <p:extLst>
      <p:ext uri="{BB962C8B-B14F-4D97-AF65-F5344CB8AC3E}">
        <p14:creationId xmlns:p14="http://schemas.microsoft.com/office/powerpoint/2010/main" val="422129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17954D-6D87-8128-68E3-F9EDEA73B856}"/>
              </a:ext>
            </a:extLst>
          </p:cNvPr>
          <p:cNvSpPr>
            <a:spLocks noGrp="1"/>
          </p:cNvSpPr>
          <p:nvPr>
            <p:ph type="body" sz="quarter" idx="13"/>
          </p:nvPr>
        </p:nvSpPr>
        <p:spPr>
          <a:xfrm>
            <a:off x="195942" y="200841"/>
            <a:ext cx="11125200" cy="434975"/>
          </a:xfrm>
        </p:spPr>
        <p:txBody>
          <a:bodyPr vert="horz" lIns="91440" tIns="45720" rIns="91440" bIns="45720" rtlCol="0" anchor="t">
            <a:noAutofit/>
          </a:bodyPr>
          <a:lstStyle/>
          <a:p>
            <a:pPr marL="0" indent="0">
              <a:buNone/>
            </a:pPr>
            <a:r>
              <a:rPr lang="en-US" sz="2500" err="1">
                <a:solidFill>
                  <a:schemeClr val="tx2"/>
                </a:solidFill>
                <a:cs typeface="Calibri"/>
              </a:rPr>
              <a:t>FactBureau</a:t>
            </a:r>
            <a:r>
              <a:rPr lang="en-US" sz="2500">
                <a:solidFill>
                  <a:schemeClr val="tx2"/>
                </a:solidFill>
                <a:cs typeface="Calibri"/>
              </a:rPr>
              <a:t> &amp; </a:t>
            </a:r>
            <a:r>
              <a:rPr lang="en-US" sz="2500" err="1">
                <a:solidFill>
                  <a:schemeClr val="tx2"/>
                </a:solidFill>
                <a:cs typeface="Calibri"/>
              </a:rPr>
              <a:t>FactCollections</a:t>
            </a:r>
            <a:endParaRPr lang="en-IN" sz="2500">
              <a:solidFill>
                <a:schemeClr val="tx2"/>
              </a:solidFill>
              <a:cs typeface="Calibri"/>
            </a:endParaRPr>
          </a:p>
        </p:txBody>
      </p:sp>
      <p:pic>
        <p:nvPicPr>
          <p:cNvPr id="11" name="Picture 10" descr="A screenshot of a computer&#10;&#10;AI-generated content may be incorrect.">
            <a:extLst>
              <a:ext uri="{FF2B5EF4-FFF2-40B4-BE49-F238E27FC236}">
                <a16:creationId xmlns:a16="http://schemas.microsoft.com/office/drawing/2014/main" id="{DC12741A-16BA-A7B0-A26C-237511A6B5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557" y="984777"/>
            <a:ext cx="11816443" cy="5471703"/>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EECFC4C4-A498-4EFE-E75A-311231D17D2F}"/>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375556" y="984777"/>
            <a:ext cx="6547757" cy="2727251"/>
          </a:xfrm>
          <a:prstGeom prst="rect">
            <a:avLst/>
          </a:prstGeom>
          <a:effectLst>
            <a:softEdge rad="76200"/>
          </a:effectLst>
        </p:spPr>
      </p:pic>
    </p:spTree>
    <p:extLst>
      <p:ext uri="{BB962C8B-B14F-4D97-AF65-F5344CB8AC3E}">
        <p14:creationId xmlns:p14="http://schemas.microsoft.com/office/powerpoint/2010/main" val="1420419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58AD2E2-BE33-9329-9952-D8B11E4F24AE}"/>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marL="0" indent="0">
              <a:buNone/>
            </a:pPr>
            <a:r>
              <a:rPr lang="en-US" sz="2500">
                <a:solidFill>
                  <a:schemeClr val="tx2"/>
                </a:solidFill>
                <a:cs typeface="Calibri"/>
              </a:rPr>
              <a:t>Streams </a:t>
            </a:r>
            <a:endParaRPr lang="en-IN" sz="2500">
              <a:solidFill>
                <a:schemeClr val="tx2"/>
              </a:solidFill>
              <a:cs typeface="Calibri"/>
            </a:endParaRPr>
          </a:p>
        </p:txBody>
      </p:sp>
      <p:graphicFrame>
        <p:nvGraphicFramePr>
          <p:cNvPr id="7" name="Text Placeholder 4">
            <a:extLst>
              <a:ext uri="{FF2B5EF4-FFF2-40B4-BE49-F238E27FC236}">
                <a16:creationId xmlns:a16="http://schemas.microsoft.com/office/drawing/2014/main" id="{3345F7FB-0AB0-FB9D-11CF-9583D8ECA922}"/>
              </a:ext>
            </a:extLst>
          </p:cNvPr>
          <p:cNvGraphicFramePr/>
          <p:nvPr>
            <p:extLst>
              <p:ext uri="{D42A27DB-BD31-4B8C-83A1-F6EECF244321}">
                <p14:modId xmlns:p14="http://schemas.microsoft.com/office/powerpoint/2010/main" val="652929670"/>
              </p:ext>
            </p:extLst>
          </p:nvPr>
        </p:nvGraphicFramePr>
        <p:xfrm>
          <a:off x="405063" y="1084513"/>
          <a:ext cx="11562348" cy="4883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0686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4900DE7-C328-7C62-312F-6B57AE322C8C}"/>
              </a:ext>
            </a:extLst>
          </p:cNvPr>
          <p:cNvSpPr>
            <a:spLocks noGrp="1"/>
          </p:cNvSpPr>
          <p:nvPr>
            <p:ph type="body" sz="quarter" idx="13"/>
          </p:nvPr>
        </p:nvSpPr>
        <p:spPr>
          <a:xfrm>
            <a:off x="212557" y="482803"/>
            <a:ext cx="11125200" cy="434975"/>
          </a:xfrm>
        </p:spPr>
        <p:txBody>
          <a:bodyPr vert="horz" lIns="91440" tIns="45720" rIns="91440" bIns="45720" rtlCol="0" anchor="t">
            <a:noAutofit/>
          </a:bodyPr>
          <a:lstStyle/>
          <a:p>
            <a:pPr marL="0" indent="0">
              <a:buNone/>
            </a:pPr>
            <a:r>
              <a:rPr lang="en-US" sz="2500">
                <a:solidFill>
                  <a:schemeClr val="tx2"/>
                </a:solidFill>
                <a:cs typeface="Calibri"/>
              </a:rPr>
              <a:t>Stream  creation on the tables </a:t>
            </a:r>
            <a:endParaRPr lang="en-IN" sz="2500">
              <a:solidFill>
                <a:schemeClr val="tx2"/>
              </a:solidFill>
              <a:cs typeface="Calibri"/>
            </a:endParaRPr>
          </a:p>
        </p:txBody>
      </p:sp>
      <p:pic>
        <p:nvPicPr>
          <p:cNvPr id="7" name="Picture 6" descr="A screen shot of a computer&#10;&#10;AI-generated content may be incorrect.">
            <a:extLst>
              <a:ext uri="{FF2B5EF4-FFF2-40B4-BE49-F238E27FC236}">
                <a16:creationId xmlns:a16="http://schemas.microsoft.com/office/drawing/2014/main" id="{C995D7F7-43FA-DFC9-F7B9-134C69DA3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557" y="1194785"/>
            <a:ext cx="6231858" cy="2105025"/>
          </a:xfrm>
          <a:prstGeom prst="rect">
            <a:avLst/>
          </a:prstGeom>
        </p:spPr>
      </p:pic>
      <p:pic>
        <p:nvPicPr>
          <p:cNvPr id="9" name="Picture 8" descr="A close-up of a computer code&#10;&#10;AI-generated content may be incorrect.">
            <a:extLst>
              <a:ext uri="{FF2B5EF4-FFF2-40B4-BE49-F238E27FC236}">
                <a16:creationId xmlns:a16="http://schemas.microsoft.com/office/drawing/2014/main" id="{EE84CD61-A742-66C2-3814-ACF6389010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3273" y="1204817"/>
            <a:ext cx="5517862" cy="1771149"/>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D8FE3FE8-20C5-DCE9-5662-D7EA307393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330" y="4010025"/>
            <a:ext cx="11373853" cy="2282613"/>
          </a:xfrm>
          <a:prstGeom prst="rect">
            <a:avLst/>
          </a:prstGeom>
        </p:spPr>
      </p:pic>
      <p:sp>
        <p:nvSpPr>
          <p:cNvPr id="14" name="TextBox 13">
            <a:extLst>
              <a:ext uri="{FF2B5EF4-FFF2-40B4-BE49-F238E27FC236}">
                <a16:creationId xmlns:a16="http://schemas.microsoft.com/office/drawing/2014/main" id="{1DFBB380-BD1C-823B-AECE-AEA3A4E6534B}"/>
              </a:ext>
            </a:extLst>
          </p:cNvPr>
          <p:cNvSpPr txBox="1"/>
          <p:nvPr/>
        </p:nvSpPr>
        <p:spPr>
          <a:xfrm>
            <a:off x="212557" y="3576817"/>
            <a:ext cx="7167957" cy="400110"/>
          </a:xfrm>
          <a:prstGeom prst="rect">
            <a:avLst/>
          </a:prstGeom>
          <a:noFill/>
        </p:spPr>
        <p:txBody>
          <a:bodyPr wrap="square" rtlCol="0">
            <a:spAutoFit/>
          </a:bodyPr>
          <a:lstStyle/>
          <a:p>
            <a:r>
              <a:rPr lang="en-US" sz="2000"/>
              <a:t>Output of streams capturing  </a:t>
            </a:r>
            <a:r>
              <a:rPr lang="en-US" sz="2000" err="1"/>
              <a:t>DML_actions</a:t>
            </a:r>
            <a:r>
              <a:rPr lang="en-US" sz="2000"/>
              <a:t> and IS_UPDATE values </a:t>
            </a:r>
            <a:endParaRPr lang="en-IN" sz="2000"/>
          </a:p>
        </p:txBody>
      </p:sp>
    </p:spTree>
    <p:extLst>
      <p:ext uri="{BB962C8B-B14F-4D97-AF65-F5344CB8AC3E}">
        <p14:creationId xmlns:p14="http://schemas.microsoft.com/office/powerpoint/2010/main" val="3608987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EE12421-1148-D385-5A0E-DB4A7ACD7CAB}"/>
              </a:ext>
            </a:extLst>
          </p:cNvPr>
          <p:cNvGraphicFramePr>
            <a:graphicFrameLocks noGrp="1"/>
          </p:cNvGraphicFramePr>
          <p:nvPr>
            <p:ph idx="15"/>
            <p:extLst>
              <p:ext uri="{D42A27DB-BD31-4B8C-83A1-F6EECF244321}">
                <p14:modId xmlns:p14="http://schemas.microsoft.com/office/powerpoint/2010/main" val="2722016323"/>
              </p:ext>
            </p:extLst>
          </p:nvPr>
        </p:nvGraphicFramePr>
        <p:xfrm>
          <a:off x="533400" y="1132115"/>
          <a:ext cx="5486400" cy="4874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 Placeholder 2">
            <a:extLst>
              <a:ext uri="{FF2B5EF4-FFF2-40B4-BE49-F238E27FC236}">
                <a16:creationId xmlns:a16="http://schemas.microsoft.com/office/drawing/2014/main" id="{1F5F8392-4E8D-05D9-CCCC-A5327CC85E16}"/>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marL="0" indent="0">
              <a:buNone/>
            </a:pPr>
            <a:r>
              <a:rPr lang="en-US" sz="2500">
                <a:solidFill>
                  <a:schemeClr val="tx2"/>
                </a:solidFill>
                <a:cs typeface="Calibri"/>
              </a:rPr>
              <a:t>Tasks</a:t>
            </a:r>
            <a:endParaRPr lang="en-IN" sz="2500">
              <a:solidFill>
                <a:schemeClr val="tx2"/>
              </a:solidFill>
              <a:cs typeface="Calibri"/>
            </a:endParaRPr>
          </a:p>
        </p:txBody>
      </p:sp>
      <p:graphicFrame>
        <p:nvGraphicFramePr>
          <p:cNvPr id="5" name="Text Placeholder 1">
            <a:extLst>
              <a:ext uri="{FF2B5EF4-FFF2-40B4-BE49-F238E27FC236}">
                <a16:creationId xmlns:a16="http://schemas.microsoft.com/office/drawing/2014/main" id="{B9B3A51D-A703-6C5F-FF4D-91E844E5CECD}"/>
              </a:ext>
            </a:extLst>
          </p:cNvPr>
          <p:cNvGraphicFramePr/>
          <p:nvPr>
            <p:extLst>
              <p:ext uri="{D42A27DB-BD31-4B8C-83A1-F6EECF244321}">
                <p14:modId xmlns:p14="http://schemas.microsoft.com/office/powerpoint/2010/main" val="640236180"/>
              </p:ext>
            </p:extLst>
          </p:nvPr>
        </p:nvGraphicFramePr>
        <p:xfrm>
          <a:off x="6172202" y="904810"/>
          <a:ext cx="5486398" cy="51022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74653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C8A42CA-2BCC-38B4-38FA-23720EDD0296}"/>
              </a:ext>
            </a:extLst>
          </p:cNvPr>
          <p:cNvSpPr>
            <a:spLocks noGrp="1"/>
          </p:cNvSpPr>
          <p:nvPr>
            <p:ph type="body" idx="1"/>
          </p:nvPr>
        </p:nvSpPr>
        <p:spPr>
          <a:xfrm>
            <a:off x="533397" y="1514514"/>
            <a:ext cx="5533119" cy="1068161"/>
          </a:xfrm>
        </p:spPr>
        <p:txBody>
          <a:bodyPr/>
          <a:lstStyle/>
          <a:p>
            <a:r>
              <a:rPr lang="en-US"/>
              <a:t>Tasks creation for the fact and dimension table </a:t>
            </a:r>
            <a:endParaRPr lang="en-IN"/>
          </a:p>
        </p:txBody>
      </p:sp>
      <p:sp>
        <p:nvSpPr>
          <p:cNvPr id="5" name="Text Placeholder 4">
            <a:extLst>
              <a:ext uri="{FF2B5EF4-FFF2-40B4-BE49-F238E27FC236}">
                <a16:creationId xmlns:a16="http://schemas.microsoft.com/office/drawing/2014/main" id="{C63E9C09-208D-97ED-3D5C-0CCFF020D030}"/>
              </a:ext>
            </a:extLst>
          </p:cNvPr>
          <p:cNvSpPr>
            <a:spLocks noGrp="1"/>
          </p:cNvSpPr>
          <p:nvPr>
            <p:ph type="body" sz="quarter" idx="3"/>
          </p:nvPr>
        </p:nvSpPr>
        <p:spPr/>
        <p:txBody>
          <a:bodyPr/>
          <a:lstStyle/>
          <a:p>
            <a:r>
              <a:rPr lang="en-US"/>
              <a:t>Tasks chain scheduling to avoid the inconsistency</a:t>
            </a:r>
            <a:endParaRPr lang="en-IN"/>
          </a:p>
        </p:txBody>
      </p:sp>
      <p:pic>
        <p:nvPicPr>
          <p:cNvPr id="10" name="Content Placeholder 9" descr="A white background with text&#10;&#10;AI-generated content may be incorrect.">
            <a:extLst>
              <a:ext uri="{FF2B5EF4-FFF2-40B4-BE49-F238E27FC236}">
                <a16:creationId xmlns:a16="http://schemas.microsoft.com/office/drawing/2014/main" id="{CD0A2B7D-A609-68B0-7EC8-A740E58C2FA1}"/>
              </a:ext>
            </a:extLst>
          </p:cNvPr>
          <p:cNvPicPr>
            <a:picLocks noGrp="1" noChangeAspect="1"/>
          </p:cNvPicPr>
          <p:nvPr>
            <p:ph idx="15"/>
          </p:nvPr>
        </p:nvPicPr>
        <p:blipFill>
          <a:blip r:embed="rId2">
            <a:extLst>
              <a:ext uri="{28A0092B-C50C-407E-A947-70E740481C1C}">
                <a14:useLocalDpi xmlns:a14="http://schemas.microsoft.com/office/drawing/2010/main" val="0"/>
              </a:ext>
            </a:extLst>
          </a:blip>
          <a:stretch>
            <a:fillRect/>
          </a:stretch>
        </p:blipFill>
        <p:spPr>
          <a:xfrm>
            <a:off x="533398" y="3192380"/>
            <a:ext cx="5533119" cy="2125368"/>
          </a:xfrm>
        </p:spPr>
      </p:pic>
      <p:pic>
        <p:nvPicPr>
          <p:cNvPr id="12" name="Content Placeholder 11" descr="A screenshot of a computer&#10;&#10;AI-generated content may be incorrect.">
            <a:extLst>
              <a:ext uri="{FF2B5EF4-FFF2-40B4-BE49-F238E27FC236}">
                <a16:creationId xmlns:a16="http://schemas.microsoft.com/office/drawing/2014/main" id="{DC6D0B2D-7EC8-3686-A288-12445851ED1F}"/>
              </a:ext>
            </a:extLst>
          </p:cNvPr>
          <p:cNvPicPr>
            <a:picLocks noGrp="1" noChangeAspect="1"/>
          </p:cNvPicPr>
          <p:nvPr>
            <p:ph idx="16"/>
          </p:nvPr>
        </p:nvPicPr>
        <p:blipFill>
          <a:blip r:embed="rId3">
            <a:extLst>
              <a:ext uri="{28A0092B-C50C-407E-A947-70E740481C1C}">
                <a14:useLocalDpi xmlns:a14="http://schemas.microsoft.com/office/drawing/2010/main" val="0"/>
              </a:ext>
            </a:extLst>
          </a:blip>
          <a:stretch>
            <a:fillRect/>
          </a:stretch>
        </p:blipFill>
        <p:spPr>
          <a:xfrm>
            <a:off x="6240463" y="3192379"/>
            <a:ext cx="5418137" cy="2152355"/>
          </a:xfrm>
        </p:spPr>
      </p:pic>
      <p:sp>
        <p:nvSpPr>
          <p:cNvPr id="6" name="Text Placeholder 5">
            <a:extLst>
              <a:ext uri="{FF2B5EF4-FFF2-40B4-BE49-F238E27FC236}">
                <a16:creationId xmlns:a16="http://schemas.microsoft.com/office/drawing/2014/main" id="{F40DAB60-68D6-B85C-D39C-470A6F6C0758}"/>
              </a:ext>
            </a:extLst>
          </p:cNvPr>
          <p:cNvSpPr>
            <a:spLocks noGrp="1"/>
          </p:cNvSpPr>
          <p:nvPr>
            <p:ph type="body" sz="quarter" idx="13"/>
          </p:nvPr>
        </p:nvSpPr>
        <p:spPr/>
        <p:txBody>
          <a:bodyPr vert="horz" lIns="91440" tIns="45720" rIns="91440" bIns="45720" rtlCol="0" anchor="t">
            <a:noAutofit/>
          </a:bodyPr>
          <a:lstStyle/>
          <a:p>
            <a:pPr marL="0" indent="0">
              <a:buNone/>
            </a:pPr>
            <a:r>
              <a:rPr lang="en-US" sz="2500">
                <a:solidFill>
                  <a:schemeClr val="tx2"/>
                </a:solidFill>
                <a:cs typeface="Calibri"/>
              </a:rPr>
              <a:t>Tasks Execution</a:t>
            </a:r>
            <a:r>
              <a:rPr lang="en-US">
                <a:solidFill>
                  <a:schemeClr val="tx2"/>
                </a:solidFill>
                <a:cs typeface="Calibri"/>
              </a:rPr>
              <a:t> </a:t>
            </a:r>
            <a:endParaRPr lang="en-IN">
              <a:solidFill>
                <a:schemeClr val="tx2"/>
              </a:solidFill>
              <a:cs typeface="Calibri"/>
            </a:endParaRPr>
          </a:p>
        </p:txBody>
      </p:sp>
    </p:spTree>
    <p:extLst>
      <p:ext uri="{BB962C8B-B14F-4D97-AF65-F5344CB8AC3E}">
        <p14:creationId xmlns:p14="http://schemas.microsoft.com/office/powerpoint/2010/main" val="105876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B5E4F6C-E8CB-2F46-82E2-5A20E7486347}"/>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marL="0" indent="0">
              <a:buNone/>
            </a:pPr>
            <a:r>
              <a:rPr lang="en-US" sz="2500">
                <a:solidFill>
                  <a:schemeClr val="tx2"/>
                </a:solidFill>
                <a:cs typeface="Calibri"/>
              </a:rPr>
              <a:t>Materialized views </a:t>
            </a:r>
            <a:endParaRPr lang="en-IN" sz="2500">
              <a:solidFill>
                <a:schemeClr val="tx2"/>
              </a:solidFill>
              <a:cs typeface="Calibri"/>
            </a:endParaRPr>
          </a:p>
        </p:txBody>
      </p:sp>
      <p:graphicFrame>
        <p:nvGraphicFramePr>
          <p:cNvPr id="10" name="Text Placeholder 7">
            <a:extLst>
              <a:ext uri="{FF2B5EF4-FFF2-40B4-BE49-F238E27FC236}">
                <a16:creationId xmlns:a16="http://schemas.microsoft.com/office/drawing/2014/main" id="{87623B92-AE26-7859-5681-784F60CF4A79}"/>
              </a:ext>
            </a:extLst>
          </p:cNvPr>
          <p:cNvGraphicFramePr/>
          <p:nvPr>
            <p:extLst>
              <p:ext uri="{D42A27DB-BD31-4B8C-83A1-F6EECF244321}">
                <p14:modId xmlns:p14="http://schemas.microsoft.com/office/powerpoint/2010/main" val="3638398094"/>
              </p:ext>
            </p:extLst>
          </p:nvPr>
        </p:nvGraphicFramePr>
        <p:xfrm>
          <a:off x="950494" y="964324"/>
          <a:ext cx="11241506" cy="51348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5292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D9BD89-1819-7F44-0E29-0704A2654BFD}"/>
              </a:ext>
            </a:extLst>
          </p:cNvPr>
          <p:cNvSpPr>
            <a:spLocks noGrp="1"/>
          </p:cNvSpPr>
          <p:nvPr>
            <p:ph type="title"/>
          </p:nvPr>
        </p:nvSpPr>
        <p:spPr>
          <a:xfrm>
            <a:off x="828108" y="-93179"/>
            <a:ext cx="4293054" cy="1600200"/>
          </a:xfrm>
        </p:spPr>
        <p:txBody>
          <a:bodyPr/>
          <a:lstStyle/>
          <a:p>
            <a:r>
              <a:rPr lang="en-IN" sz="2500">
                <a:solidFill>
                  <a:schemeClr val="tx2"/>
                </a:solidFill>
                <a:cs typeface="Calibri"/>
              </a:rPr>
              <a:t>Data Masking</a:t>
            </a:r>
            <a:br>
              <a:rPr lang="en-IN">
                <a:solidFill>
                  <a:schemeClr val="tx2"/>
                </a:solidFill>
              </a:rPr>
            </a:br>
            <a:endParaRPr lang="en-IN">
              <a:solidFill>
                <a:schemeClr val="tx2"/>
              </a:solidFill>
            </a:endParaRPr>
          </a:p>
        </p:txBody>
      </p:sp>
      <p:graphicFrame>
        <p:nvGraphicFramePr>
          <p:cNvPr id="9" name="Diagram 8">
            <a:extLst>
              <a:ext uri="{FF2B5EF4-FFF2-40B4-BE49-F238E27FC236}">
                <a16:creationId xmlns:a16="http://schemas.microsoft.com/office/drawing/2014/main" id="{5B8B2685-E8AF-4986-3E75-2F4BB726E8A9}"/>
              </a:ext>
            </a:extLst>
          </p:cNvPr>
          <p:cNvGraphicFramePr/>
          <p:nvPr>
            <p:extLst>
              <p:ext uri="{D42A27DB-BD31-4B8C-83A1-F6EECF244321}">
                <p14:modId xmlns:p14="http://schemas.microsoft.com/office/powerpoint/2010/main" val="4256662692"/>
              </p:ext>
            </p:extLst>
          </p:nvPr>
        </p:nvGraphicFramePr>
        <p:xfrm>
          <a:off x="199512" y="507052"/>
          <a:ext cx="6400799" cy="5834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0" name="Picture 89" descr="A screenshot of a computer&#10;&#10;AI-generated content may be incorrect.">
            <a:extLst>
              <a:ext uri="{FF2B5EF4-FFF2-40B4-BE49-F238E27FC236}">
                <a16:creationId xmlns:a16="http://schemas.microsoft.com/office/drawing/2014/main" id="{E3A73A65-1B23-35A4-BF23-B0FD090F0BAD}"/>
              </a:ext>
            </a:extLst>
          </p:cNvPr>
          <p:cNvPicPr>
            <a:picLocks noChangeAspect="1"/>
          </p:cNvPicPr>
          <p:nvPr/>
        </p:nvPicPr>
        <p:blipFill>
          <a:blip r:embed="rId7"/>
          <a:stretch>
            <a:fillRect/>
          </a:stretch>
        </p:blipFill>
        <p:spPr>
          <a:xfrm>
            <a:off x="4934262" y="3073873"/>
            <a:ext cx="7057869" cy="2983762"/>
          </a:xfrm>
          <a:prstGeom prst="rect">
            <a:avLst/>
          </a:prstGeom>
        </p:spPr>
      </p:pic>
      <p:pic>
        <p:nvPicPr>
          <p:cNvPr id="201" name="Picture 200">
            <a:extLst>
              <a:ext uri="{FF2B5EF4-FFF2-40B4-BE49-F238E27FC236}">
                <a16:creationId xmlns:a16="http://schemas.microsoft.com/office/drawing/2014/main" id="{DFF59E46-B01D-E665-980F-5116EF3F4562}"/>
              </a:ext>
            </a:extLst>
          </p:cNvPr>
          <p:cNvPicPr>
            <a:picLocks noChangeAspect="1"/>
          </p:cNvPicPr>
          <p:nvPr/>
        </p:nvPicPr>
        <p:blipFill>
          <a:blip r:embed="rId8"/>
          <a:stretch>
            <a:fillRect/>
          </a:stretch>
        </p:blipFill>
        <p:spPr>
          <a:xfrm>
            <a:off x="4935511" y="10386"/>
            <a:ext cx="7255240" cy="3052215"/>
          </a:xfrm>
          <a:prstGeom prst="rect">
            <a:avLst/>
          </a:prstGeom>
        </p:spPr>
      </p:pic>
    </p:spTree>
    <p:extLst>
      <p:ext uri="{BB962C8B-B14F-4D97-AF65-F5344CB8AC3E}">
        <p14:creationId xmlns:p14="http://schemas.microsoft.com/office/powerpoint/2010/main" val="3876030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a:extLst>
              <a:ext uri="{FF2B5EF4-FFF2-40B4-BE49-F238E27FC236}">
                <a16:creationId xmlns:a16="http://schemas.microsoft.com/office/drawing/2014/main" id="{9B74CCCE-1670-1CD2-4D02-A36FE3892D58}"/>
              </a:ext>
            </a:extLst>
          </p:cNvPr>
          <p:cNvSpPr>
            <a:spLocks noGrp="1"/>
          </p:cNvSpPr>
          <p:nvPr>
            <p:ph type="body" idx="1"/>
          </p:nvPr>
        </p:nvSpPr>
        <p:spPr>
          <a:xfrm>
            <a:off x="533399" y="1979550"/>
            <a:ext cx="5533119" cy="1068161"/>
          </a:xfrm>
        </p:spPr>
        <p:txBody>
          <a:bodyPr anchor="b">
            <a:normAutofit/>
          </a:bodyPr>
          <a:lstStyle/>
          <a:p>
            <a:r>
              <a:rPr lang="en-US" sz="2300">
                <a:solidFill>
                  <a:schemeClr val="tx2"/>
                </a:solidFill>
                <a:cs typeface="Calibri"/>
              </a:rPr>
              <a:t>Why These Features?</a:t>
            </a:r>
          </a:p>
          <a:p>
            <a:endParaRPr lang="en-US" sz="2300">
              <a:solidFill>
                <a:schemeClr val="tx2"/>
              </a:solidFill>
            </a:endParaRPr>
          </a:p>
        </p:txBody>
      </p:sp>
      <p:sp>
        <p:nvSpPr>
          <p:cNvPr id="13" name="Text Placeholder 2">
            <a:extLst>
              <a:ext uri="{FF2B5EF4-FFF2-40B4-BE49-F238E27FC236}">
                <a16:creationId xmlns:a16="http://schemas.microsoft.com/office/drawing/2014/main" id="{2EED99E6-BB00-CA92-3FE0-9D53BC5CBBCD}"/>
              </a:ext>
            </a:extLst>
          </p:cNvPr>
          <p:cNvSpPr>
            <a:spLocks noGrp="1"/>
          </p:cNvSpPr>
          <p:nvPr>
            <p:ph type="body" sz="quarter" idx="3"/>
          </p:nvPr>
        </p:nvSpPr>
        <p:spPr>
          <a:xfrm>
            <a:off x="225958" y="3895083"/>
            <a:ext cx="5417458" cy="1600266"/>
          </a:xfrm>
        </p:spPr>
        <p:txBody>
          <a:bodyPr vert="horz" lIns="91440" tIns="45720" rIns="91440" bIns="45720" rtlCol="0" anchor="b">
            <a:noAutofit/>
          </a:bodyPr>
          <a:lstStyle/>
          <a:p>
            <a:pPr marL="742950" lvl="1" indent="-285750">
              <a:buChar char="•"/>
            </a:pPr>
            <a:r>
              <a:rPr lang="en-US" sz="1800" b="0">
                <a:solidFill>
                  <a:schemeClr val="tx2"/>
                </a:solidFill>
                <a:latin typeface="Calibri"/>
                <a:ea typeface="Calibri"/>
                <a:cs typeface="Calibri"/>
              </a:rPr>
              <a:t>Protects customer privacy and sensitive info in compliance with regulations.</a:t>
            </a:r>
            <a:endParaRPr lang="en-US"/>
          </a:p>
          <a:p>
            <a:pPr marL="742950" lvl="1" indent="-285750">
              <a:buChar char="•"/>
            </a:pPr>
            <a:endParaRPr lang="en-US" sz="1800" b="0">
              <a:solidFill>
                <a:schemeClr val="tx2"/>
              </a:solidFill>
              <a:ea typeface="Calibri"/>
            </a:endParaRPr>
          </a:p>
          <a:p>
            <a:pPr marL="742950" lvl="1" indent="-285750">
              <a:buChar char="•"/>
            </a:pPr>
            <a:r>
              <a:rPr lang="en-US" sz="1800" b="0">
                <a:solidFill>
                  <a:schemeClr val="tx2"/>
                </a:solidFill>
                <a:latin typeface="Calibri"/>
                <a:ea typeface="Calibri"/>
                <a:cs typeface="Calibri"/>
              </a:rPr>
              <a:t>Enables controlled, role-based data access across business units.</a:t>
            </a:r>
          </a:p>
          <a:p>
            <a:pPr marL="742950" lvl="1" indent="-285750">
              <a:buChar char="•"/>
            </a:pPr>
            <a:endParaRPr lang="en-US" sz="1800" b="0">
              <a:solidFill>
                <a:schemeClr val="tx2"/>
              </a:solidFill>
              <a:ea typeface="Calibri"/>
            </a:endParaRPr>
          </a:p>
          <a:p>
            <a:pPr marL="742950" lvl="1" indent="-285750">
              <a:buChar char="•"/>
            </a:pPr>
            <a:r>
              <a:rPr lang="en-US" sz="1800" b="0">
                <a:solidFill>
                  <a:schemeClr val="tx2"/>
                </a:solidFill>
                <a:latin typeface="Calibri"/>
                <a:ea typeface="Calibri"/>
                <a:cs typeface="Calibri"/>
              </a:rPr>
              <a:t>Secures analytics platform for multi-region, multi-user banking environments.</a:t>
            </a:r>
            <a:endParaRPr lang="en-IN" sz="1800" b="0">
              <a:solidFill>
                <a:schemeClr val="tx2"/>
              </a:solidFill>
              <a:latin typeface="Calibri"/>
              <a:ea typeface="Calibri"/>
              <a:cs typeface="Calibri"/>
            </a:endParaRPr>
          </a:p>
          <a:p>
            <a:pPr marL="285750" indent="-285750">
              <a:buChar char="•"/>
            </a:pPr>
            <a:endParaRPr lang="en-US" sz="1800">
              <a:solidFill>
                <a:schemeClr val="tx2"/>
              </a:solidFill>
            </a:endParaRPr>
          </a:p>
        </p:txBody>
      </p:sp>
      <p:sp>
        <p:nvSpPr>
          <p:cNvPr id="4" name="Text Placeholder 3">
            <a:extLst>
              <a:ext uri="{FF2B5EF4-FFF2-40B4-BE49-F238E27FC236}">
                <a16:creationId xmlns:a16="http://schemas.microsoft.com/office/drawing/2014/main" id="{84C690AF-34E7-FA27-F848-04E2E2AC8E97}"/>
              </a:ext>
            </a:extLst>
          </p:cNvPr>
          <p:cNvSpPr>
            <a:spLocks noGrp="1"/>
          </p:cNvSpPr>
          <p:nvPr>
            <p:ph idx="15"/>
          </p:nvPr>
        </p:nvSpPr>
        <p:spPr>
          <a:xfrm>
            <a:off x="5844308" y="469415"/>
            <a:ext cx="5533119" cy="3432302"/>
          </a:xfrm>
        </p:spPr>
        <p:txBody>
          <a:bodyPr vert="horz" lIns="91440" tIns="45720" rIns="91440" bIns="45720" rtlCol="0" anchor="t">
            <a:normAutofit/>
          </a:bodyPr>
          <a:lstStyle/>
          <a:p>
            <a:endParaRPr lang="en-US" sz="2000">
              <a:solidFill>
                <a:schemeClr val="tx2"/>
              </a:solidFill>
            </a:endParaRPr>
          </a:p>
          <a:p>
            <a:pPr lvl="1"/>
            <a:r>
              <a:rPr lang="en-US" sz="2000">
                <a:solidFill>
                  <a:schemeClr val="tx2"/>
                </a:solidFill>
                <a:latin typeface="Frutiger 45 Light"/>
                <a:cs typeface="Calibri"/>
              </a:rPr>
              <a:t>Row Access </a:t>
            </a:r>
            <a:r>
              <a:rPr lang="en-US">
                <a:solidFill>
                  <a:schemeClr val="tx2"/>
                </a:solidFill>
                <a:latin typeface="Frutiger 45 Light"/>
                <a:cs typeface="Calibri"/>
              </a:rPr>
              <a:t>Policies were implemented to restrict portfolio access by  country.</a:t>
            </a:r>
          </a:p>
          <a:p>
            <a:pPr lvl="1"/>
            <a:endParaRPr lang="en-US">
              <a:solidFill>
                <a:schemeClr val="tx2"/>
              </a:solidFill>
            </a:endParaRPr>
          </a:p>
          <a:p>
            <a:pPr lvl="1"/>
            <a:r>
              <a:rPr lang="en-US">
                <a:solidFill>
                  <a:schemeClr val="tx2"/>
                </a:solidFill>
                <a:latin typeface="Frutiger 45 Light"/>
                <a:cs typeface="Calibri"/>
              </a:rPr>
              <a:t>Only authorized roles can query data for their assigned countries, maintaining strict data segmentation and security.</a:t>
            </a:r>
          </a:p>
          <a:p>
            <a:endParaRPr lang="en-US" sz="2000">
              <a:solidFill>
                <a:schemeClr val="tx2"/>
              </a:solidFill>
            </a:endParaRPr>
          </a:p>
          <a:p>
            <a:endParaRPr lang="en-US" sz="2000">
              <a:solidFill>
                <a:schemeClr val="tx2"/>
              </a:solidFill>
            </a:endParaRPr>
          </a:p>
        </p:txBody>
      </p:sp>
      <p:pic>
        <p:nvPicPr>
          <p:cNvPr id="6" name="Picture Placeholder 5" descr="A computer screen shot of a computer program&#10;&#10;AI-generated content may be incorrect.">
            <a:extLst>
              <a:ext uri="{FF2B5EF4-FFF2-40B4-BE49-F238E27FC236}">
                <a16:creationId xmlns:a16="http://schemas.microsoft.com/office/drawing/2014/main" id="{77FADE83-A0A5-2CC8-0A06-7B65487292C8}"/>
              </a:ext>
            </a:extLst>
          </p:cNvPr>
          <p:cNvPicPr>
            <a:picLocks noGrp="1" noChangeAspect="1"/>
          </p:cNvPicPr>
          <p:nvPr>
            <p:ph idx="16"/>
          </p:nvPr>
        </p:nvPicPr>
        <p:blipFill>
          <a:blip r:embed="rId2">
            <a:extLst>
              <a:ext uri="{28A0092B-C50C-407E-A947-70E740481C1C}">
                <a14:useLocalDpi xmlns:a14="http://schemas.microsoft.com/office/drawing/2010/main" val="0"/>
              </a:ext>
            </a:extLst>
          </a:blip>
          <a:srcRect r="8846" b="-3"/>
          <a:stretch>
            <a:fillRect/>
          </a:stretch>
        </p:blipFill>
        <p:spPr>
          <a:xfrm>
            <a:off x="6241141" y="2663457"/>
            <a:ext cx="5417458" cy="3432302"/>
          </a:xfrm>
          <a:noFill/>
        </p:spPr>
      </p:pic>
      <p:sp>
        <p:nvSpPr>
          <p:cNvPr id="2" name="Title 1">
            <a:extLst>
              <a:ext uri="{FF2B5EF4-FFF2-40B4-BE49-F238E27FC236}">
                <a16:creationId xmlns:a16="http://schemas.microsoft.com/office/drawing/2014/main" id="{F0EF1BCE-39CE-FFA1-5148-0CA689CCD135}"/>
              </a:ext>
            </a:extLst>
          </p:cNvPr>
          <p:cNvSpPr>
            <a:spLocks noGrp="1"/>
          </p:cNvSpPr>
          <p:nvPr>
            <p:ph type="body" sz="quarter" idx="13"/>
          </p:nvPr>
        </p:nvSpPr>
        <p:spPr>
          <a:xfrm>
            <a:off x="533399" y="643017"/>
            <a:ext cx="11125200" cy="434975"/>
          </a:xfrm>
        </p:spPr>
        <p:txBody>
          <a:bodyPr vert="horz" lIns="91440" tIns="45720" rIns="91440" bIns="45720" rtlCol="0" anchor="t">
            <a:noAutofit/>
          </a:bodyPr>
          <a:lstStyle/>
          <a:p>
            <a:pPr marL="0" indent="0">
              <a:buNone/>
            </a:pPr>
            <a:r>
              <a:rPr lang="en-US" sz="2600">
                <a:solidFill>
                  <a:schemeClr val="tx2"/>
                </a:solidFill>
                <a:cs typeface="Calibri"/>
              </a:rPr>
              <a:t>Row Access Policy </a:t>
            </a:r>
            <a:endParaRPr lang="en-IN" sz="2600">
              <a:solidFill>
                <a:schemeClr val="tx2"/>
              </a:solidFill>
              <a:cs typeface="Calibri"/>
            </a:endParaRPr>
          </a:p>
        </p:txBody>
      </p:sp>
    </p:spTree>
    <p:extLst>
      <p:ext uri="{BB962C8B-B14F-4D97-AF65-F5344CB8AC3E}">
        <p14:creationId xmlns:p14="http://schemas.microsoft.com/office/powerpoint/2010/main" val="458557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1248298-31BA-20BE-BD99-4E117E9BE512}"/>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marL="0" indent="0">
              <a:buNone/>
            </a:pPr>
            <a:r>
              <a:rPr lang="en-US" sz="2500">
                <a:solidFill>
                  <a:schemeClr val="tx2"/>
                </a:solidFill>
                <a:cs typeface="Calibri"/>
              </a:rPr>
              <a:t>Data sharing 	</a:t>
            </a:r>
            <a:endParaRPr lang="en-IN" sz="2500">
              <a:solidFill>
                <a:schemeClr val="tx2"/>
              </a:solidFill>
              <a:cs typeface="Calibri"/>
            </a:endParaRPr>
          </a:p>
        </p:txBody>
      </p:sp>
      <p:graphicFrame>
        <p:nvGraphicFramePr>
          <p:cNvPr id="7" name="Text Placeholder 1">
            <a:extLst>
              <a:ext uri="{FF2B5EF4-FFF2-40B4-BE49-F238E27FC236}">
                <a16:creationId xmlns:a16="http://schemas.microsoft.com/office/drawing/2014/main" id="{1D18CFF7-B2CF-865D-86D9-63F060883444}"/>
              </a:ext>
            </a:extLst>
          </p:cNvPr>
          <p:cNvGraphicFramePr/>
          <p:nvPr>
            <p:extLst>
              <p:ext uri="{D42A27DB-BD31-4B8C-83A1-F6EECF244321}">
                <p14:modId xmlns:p14="http://schemas.microsoft.com/office/powerpoint/2010/main" val="3740678307"/>
              </p:ext>
            </p:extLst>
          </p:nvPr>
        </p:nvGraphicFramePr>
        <p:xfrm>
          <a:off x="6172201" y="904810"/>
          <a:ext cx="5747656" cy="51018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E6F12900-768E-E5BC-C8CC-2D880898E1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1331" y="4134757"/>
            <a:ext cx="4827608" cy="1964807"/>
          </a:xfrm>
          <a:prstGeom prst="rect">
            <a:avLst/>
          </a:prstGeom>
        </p:spPr>
      </p:pic>
      <p:pic>
        <p:nvPicPr>
          <p:cNvPr id="19" name="Picture 18" descr="A screenshot of a computer&#10;&#10;AI-generated content may be incorrect.">
            <a:extLst>
              <a:ext uri="{FF2B5EF4-FFF2-40B4-BE49-F238E27FC236}">
                <a16:creationId xmlns:a16="http://schemas.microsoft.com/office/drawing/2014/main" id="{5104018C-1AD4-1D07-8B30-059545F46A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4400" y="904810"/>
            <a:ext cx="4584539" cy="3229947"/>
          </a:xfrm>
          <a:prstGeom prst="rect">
            <a:avLst/>
          </a:prstGeom>
        </p:spPr>
      </p:pic>
    </p:spTree>
    <p:extLst>
      <p:ext uri="{BB962C8B-B14F-4D97-AF65-F5344CB8AC3E}">
        <p14:creationId xmlns:p14="http://schemas.microsoft.com/office/powerpoint/2010/main" val="501780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3F6E786-7AD8-C364-D3A2-6CB446C14A1B}"/>
              </a:ext>
            </a:extLst>
          </p:cNvPr>
          <p:cNvSpPr>
            <a:spLocks noGrp="1"/>
          </p:cNvSpPr>
          <p:nvPr>
            <p:ph type="body" sz="quarter" idx="13"/>
          </p:nvPr>
        </p:nvSpPr>
        <p:spPr/>
        <p:txBody>
          <a:bodyPr vert="horz" lIns="91440" tIns="45720" rIns="91440" bIns="45720" rtlCol="0" anchor="t">
            <a:noAutofit/>
          </a:bodyPr>
          <a:lstStyle/>
          <a:p>
            <a:pPr marL="0" indent="0">
              <a:buNone/>
            </a:pPr>
            <a:r>
              <a:rPr lang="en-US">
                <a:solidFill>
                  <a:schemeClr val="tx2"/>
                </a:solidFill>
                <a:cs typeface="Calibri"/>
              </a:rPr>
              <a:t>Tableau data source </a:t>
            </a:r>
            <a:endParaRPr lang="en-IN">
              <a:solidFill>
                <a:schemeClr val="tx2"/>
              </a:solidFill>
              <a:cs typeface="Calibri"/>
            </a:endParaRPr>
          </a:p>
        </p:txBody>
      </p:sp>
      <p:pic>
        <p:nvPicPr>
          <p:cNvPr id="5" name="Picture 4">
            <a:extLst>
              <a:ext uri="{FF2B5EF4-FFF2-40B4-BE49-F238E27FC236}">
                <a16:creationId xmlns:a16="http://schemas.microsoft.com/office/drawing/2014/main" id="{02E5004F-4631-89C0-20A8-F8A2D2BBF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283" y="1185285"/>
            <a:ext cx="11273587" cy="4486693"/>
          </a:xfrm>
          <a:prstGeom prst="rect">
            <a:avLst/>
          </a:prstGeom>
        </p:spPr>
      </p:pic>
    </p:spTree>
    <p:extLst>
      <p:ext uri="{BB962C8B-B14F-4D97-AF65-F5344CB8AC3E}">
        <p14:creationId xmlns:p14="http://schemas.microsoft.com/office/powerpoint/2010/main" val="4079257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graph&#10;&#10;AI-generated content may be incorrect.">
            <a:extLst>
              <a:ext uri="{FF2B5EF4-FFF2-40B4-BE49-F238E27FC236}">
                <a16:creationId xmlns:a16="http://schemas.microsoft.com/office/drawing/2014/main" id="{ADEF8CA6-4007-49FF-4828-A01FC2F55A5D}"/>
              </a:ext>
            </a:extLst>
          </p:cNvPr>
          <p:cNvPicPr>
            <a:picLocks noChangeAspect="1"/>
          </p:cNvPicPr>
          <p:nvPr/>
        </p:nvPicPr>
        <p:blipFill>
          <a:blip r:embed="rId2"/>
          <a:srcRect l="1436" t="1879" r="-103" b="-209"/>
          <a:stretch>
            <a:fillRect/>
          </a:stretch>
        </p:blipFill>
        <p:spPr>
          <a:xfrm>
            <a:off x="362261" y="776876"/>
            <a:ext cx="11692180" cy="5354086"/>
          </a:xfrm>
          <a:prstGeom prst="rect">
            <a:avLst/>
          </a:prstGeom>
        </p:spPr>
      </p:pic>
      <p:sp>
        <p:nvSpPr>
          <p:cNvPr id="7" name="Text Placeholder 6">
            <a:extLst>
              <a:ext uri="{FF2B5EF4-FFF2-40B4-BE49-F238E27FC236}">
                <a16:creationId xmlns:a16="http://schemas.microsoft.com/office/drawing/2014/main" id="{830B6029-AEA8-4288-4A44-FA4429DD69C8}"/>
              </a:ext>
            </a:extLst>
          </p:cNvPr>
          <p:cNvSpPr>
            <a:spLocks noGrp="1"/>
          </p:cNvSpPr>
          <p:nvPr>
            <p:ph type="body" sz="quarter" idx="13"/>
          </p:nvPr>
        </p:nvSpPr>
        <p:spPr>
          <a:xfrm>
            <a:off x="175491" y="339310"/>
            <a:ext cx="11125200" cy="434975"/>
          </a:xfrm>
        </p:spPr>
        <p:txBody>
          <a:bodyPr vert="horz" lIns="91440" tIns="45720" rIns="91440" bIns="45720" rtlCol="0" anchor="t">
            <a:noAutofit/>
          </a:bodyPr>
          <a:lstStyle/>
          <a:p>
            <a:pPr marL="0" indent="0">
              <a:buNone/>
            </a:pPr>
            <a:r>
              <a:rPr lang="en-US" sz="2500">
                <a:solidFill>
                  <a:schemeClr val="tx2"/>
                </a:solidFill>
                <a:cs typeface="Calibri"/>
              </a:rPr>
              <a:t>Dashboard 1:</a:t>
            </a:r>
            <a:endParaRPr lang="en-US" sz="2500">
              <a:solidFill>
                <a:schemeClr val="tx2"/>
              </a:solidFill>
            </a:endParaRPr>
          </a:p>
        </p:txBody>
      </p:sp>
    </p:spTree>
    <p:extLst>
      <p:ext uri="{BB962C8B-B14F-4D97-AF65-F5344CB8AC3E}">
        <p14:creationId xmlns:p14="http://schemas.microsoft.com/office/powerpoint/2010/main" val="3716395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screen&#10;&#10;AI-generated content may be incorrect.">
            <a:extLst>
              <a:ext uri="{FF2B5EF4-FFF2-40B4-BE49-F238E27FC236}">
                <a16:creationId xmlns:a16="http://schemas.microsoft.com/office/drawing/2014/main" id="{454CD30C-D38C-4233-7F4A-EA10F04F2665}"/>
              </a:ext>
            </a:extLst>
          </p:cNvPr>
          <p:cNvPicPr>
            <a:picLocks noChangeAspect="1"/>
          </p:cNvPicPr>
          <p:nvPr/>
        </p:nvPicPr>
        <p:blipFill>
          <a:blip r:embed="rId2"/>
          <a:srcRect l="1949" t="82" r="-103" b="243"/>
          <a:stretch>
            <a:fillRect/>
          </a:stretch>
        </p:blipFill>
        <p:spPr>
          <a:xfrm>
            <a:off x="537146" y="1015135"/>
            <a:ext cx="11317352" cy="5119680"/>
          </a:xfrm>
          <a:prstGeom prst="rect">
            <a:avLst/>
          </a:prstGeom>
        </p:spPr>
      </p:pic>
      <p:sp>
        <p:nvSpPr>
          <p:cNvPr id="4" name="Text Placeholder 3">
            <a:extLst>
              <a:ext uri="{FF2B5EF4-FFF2-40B4-BE49-F238E27FC236}">
                <a16:creationId xmlns:a16="http://schemas.microsoft.com/office/drawing/2014/main" id="{3A59C6E2-A8C9-8050-9312-152F1C6FC0BC}"/>
              </a:ext>
            </a:extLst>
          </p:cNvPr>
          <p:cNvSpPr>
            <a:spLocks noGrp="1"/>
          </p:cNvSpPr>
          <p:nvPr>
            <p:ph type="body" sz="quarter" idx="13"/>
          </p:nvPr>
        </p:nvSpPr>
        <p:spPr/>
        <p:txBody>
          <a:bodyPr vert="horz" lIns="91440" tIns="45720" rIns="91440" bIns="45720" rtlCol="0" anchor="t">
            <a:noAutofit/>
          </a:bodyPr>
          <a:lstStyle/>
          <a:p>
            <a:pPr marL="0" indent="0">
              <a:buNone/>
            </a:pPr>
            <a:r>
              <a:rPr lang="en-US" sz="2500">
                <a:solidFill>
                  <a:schemeClr val="tx2"/>
                </a:solidFill>
                <a:cs typeface="Calibri"/>
              </a:rPr>
              <a:t>Dashboard 2:  </a:t>
            </a:r>
            <a:endParaRPr lang="en-US" sz="2500">
              <a:solidFill>
                <a:schemeClr val="tx2"/>
              </a:solidFill>
            </a:endParaRPr>
          </a:p>
        </p:txBody>
      </p:sp>
    </p:spTree>
    <p:extLst>
      <p:ext uri="{BB962C8B-B14F-4D97-AF65-F5344CB8AC3E}">
        <p14:creationId xmlns:p14="http://schemas.microsoft.com/office/powerpoint/2010/main" val="363899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graph&#10;&#10;AI-generated content may be incorrect.">
            <a:extLst>
              <a:ext uri="{FF2B5EF4-FFF2-40B4-BE49-F238E27FC236}">
                <a16:creationId xmlns:a16="http://schemas.microsoft.com/office/drawing/2014/main" id="{D65C2375-C5FF-E58D-67EB-3D4C802A8FF5}"/>
              </a:ext>
            </a:extLst>
          </p:cNvPr>
          <p:cNvPicPr>
            <a:picLocks noChangeAspect="1"/>
          </p:cNvPicPr>
          <p:nvPr/>
        </p:nvPicPr>
        <p:blipFill>
          <a:blip r:embed="rId2"/>
          <a:stretch>
            <a:fillRect/>
          </a:stretch>
        </p:blipFill>
        <p:spPr>
          <a:xfrm>
            <a:off x="545006" y="898641"/>
            <a:ext cx="11260387" cy="5390166"/>
          </a:xfrm>
          <a:prstGeom prst="rect">
            <a:avLst/>
          </a:prstGeom>
          <a:noFill/>
        </p:spPr>
      </p:pic>
      <p:sp>
        <p:nvSpPr>
          <p:cNvPr id="4" name="Text Placeholder 3">
            <a:extLst>
              <a:ext uri="{FF2B5EF4-FFF2-40B4-BE49-F238E27FC236}">
                <a16:creationId xmlns:a16="http://schemas.microsoft.com/office/drawing/2014/main" id="{B17AC290-02A2-357B-3156-7A0A1CA4B3E3}"/>
              </a:ext>
            </a:extLst>
          </p:cNvPr>
          <p:cNvSpPr>
            <a:spLocks noGrp="1"/>
          </p:cNvSpPr>
          <p:nvPr>
            <p:ph type="body" sz="quarter" idx="13"/>
          </p:nvPr>
        </p:nvSpPr>
        <p:spPr>
          <a:xfrm>
            <a:off x="533399" y="469835"/>
            <a:ext cx="11125200" cy="434975"/>
          </a:xfrm>
        </p:spPr>
        <p:txBody>
          <a:bodyPr vert="horz" lIns="91440" tIns="45720" rIns="91440" bIns="45720" rtlCol="0" anchor="t">
            <a:normAutofit/>
          </a:bodyPr>
          <a:lstStyle/>
          <a:p>
            <a:pPr>
              <a:buNone/>
            </a:pPr>
            <a:r>
              <a:rPr lang="en-US" sz="2500">
                <a:solidFill>
                  <a:schemeClr val="tx2"/>
                </a:solidFill>
                <a:cs typeface="Calibri"/>
              </a:rPr>
              <a:t>Dashboard 3: </a:t>
            </a:r>
            <a:endParaRPr lang="en-US" sz="2500" b="0">
              <a:solidFill>
                <a:schemeClr val="tx2"/>
              </a:solidFill>
              <a:cs typeface="Calibri"/>
            </a:endParaRPr>
          </a:p>
          <a:p>
            <a:pPr marL="0" indent="0">
              <a:buNone/>
            </a:pPr>
            <a:endParaRPr lang="en-US" sz="2500">
              <a:solidFill>
                <a:schemeClr val="tx2"/>
              </a:solidFill>
            </a:endParaRPr>
          </a:p>
        </p:txBody>
      </p:sp>
    </p:spTree>
    <p:extLst>
      <p:ext uri="{BB962C8B-B14F-4D97-AF65-F5344CB8AC3E}">
        <p14:creationId xmlns:p14="http://schemas.microsoft.com/office/powerpoint/2010/main" val="700780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F64B56C-938B-E84A-8EEE-CAAC6CE9B699}"/>
              </a:ext>
            </a:extLst>
          </p:cNvPr>
          <p:cNvSpPr>
            <a:spLocks noGrp="1"/>
          </p:cNvSpPr>
          <p:nvPr>
            <p:ph type="body" sz="quarter" idx="13"/>
          </p:nvPr>
        </p:nvSpPr>
        <p:spPr>
          <a:xfrm>
            <a:off x="533399" y="469835"/>
            <a:ext cx="11125200" cy="434975"/>
          </a:xfrm>
        </p:spPr>
        <p:txBody>
          <a:bodyPr vert="horz" lIns="91440" tIns="45720" rIns="91440" bIns="45720" rtlCol="0">
            <a:normAutofit/>
          </a:bodyPr>
          <a:lstStyle/>
          <a:p>
            <a:pPr>
              <a:buNone/>
            </a:pPr>
            <a:r>
              <a:rPr lang="en-US" sz="2500"/>
              <a:t>Dashboard 4: </a:t>
            </a:r>
            <a:endParaRPr lang="en-US" sz="2500" b="0"/>
          </a:p>
          <a:p>
            <a:pPr marL="0" indent="0">
              <a:buNone/>
            </a:pPr>
            <a:endParaRPr lang="en-US" sz="2500"/>
          </a:p>
        </p:txBody>
      </p:sp>
      <p:pic>
        <p:nvPicPr>
          <p:cNvPr id="6" name="Picture 5" descr="A graph of different colored lines&#10;&#10;AI-generated content may be incorrect.">
            <a:extLst>
              <a:ext uri="{FF2B5EF4-FFF2-40B4-BE49-F238E27FC236}">
                <a16:creationId xmlns:a16="http://schemas.microsoft.com/office/drawing/2014/main" id="{A98C2A4E-2544-FBD4-5A7D-58E95A011351}"/>
              </a:ext>
            </a:extLst>
          </p:cNvPr>
          <p:cNvPicPr>
            <a:picLocks noChangeAspect="1"/>
          </p:cNvPicPr>
          <p:nvPr/>
        </p:nvPicPr>
        <p:blipFill>
          <a:blip r:embed="rId2"/>
          <a:stretch>
            <a:fillRect/>
          </a:stretch>
        </p:blipFill>
        <p:spPr>
          <a:xfrm>
            <a:off x="550878" y="1135402"/>
            <a:ext cx="11102736" cy="4988419"/>
          </a:xfrm>
          <a:prstGeom prst="rect">
            <a:avLst/>
          </a:prstGeom>
          <a:noFill/>
        </p:spPr>
      </p:pic>
    </p:spTree>
    <p:extLst>
      <p:ext uri="{BB962C8B-B14F-4D97-AF65-F5344CB8AC3E}">
        <p14:creationId xmlns:p14="http://schemas.microsoft.com/office/powerpoint/2010/main" val="1609692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6CB69F-69FF-421F-1B50-FCC64A26A437}"/>
              </a:ext>
            </a:extLst>
          </p:cNvPr>
          <p:cNvSpPr>
            <a:spLocks noGrp="1"/>
          </p:cNvSpPr>
          <p:nvPr>
            <p:ph type="body" sz="quarter" idx="13"/>
          </p:nvPr>
        </p:nvSpPr>
        <p:spPr>
          <a:xfrm>
            <a:off x="533399" y="469835"/>
            <a:ext cx="11125200" cy="434975"/>
          </a:xfrm>
        </p:spPr>
        <p:txBody>
          <a:bodyPr vert="horz" lIns="91440" tIns="45720" rIns="91440" bIns="45720" rtlCol="0">
            <a:normAutofit/>
          </a:bodyPr>
          <a:lstStyle/>
          <a:p>
            <a:pPr marL="0" indent="0">
              <a:buNone/>
            </a:pPr>
            <a:r>
              <a:rPr lang="en-US" sz="2500"/>
              <a:t>Dashboard 5: </a:t>
            </a:r>
            <a:endParaRPr lang="en-US" sz="2500" b="0"/>
          </a:p>
          <a:p>
            <a:endParaRPr lang="en-US" sz="2500"/>
          </a:p>
        </p:txBody>
      </p:sp>
      <p:pic>
        <p:nvPicPr>
          <p:cNvPr id="5" name="Picture 4" descr="A graph with numbers and a pie chart&#10;&#10;AI-generated content may be incorrect.">
            <a:extLst>
              <a:ext uri="{FF2B5EF4-FFF2-40B4-BE49-F238E27FC236}">
                <a16:creationId xmlns:a16="http://schemas.microsoft.com/office/drawing/2014/main" id="{5AFF27BC-CD62-7E64-6552-4D09B9ABE9A7}"/>
              </a:ext>
            </a:extLst>
          </p:cNvPr>
          <p:cNvPicPr>
            <a:picLocks noChangeAspect="1"/>
          </p:cNvPicPr>
          <p:nvPr/>
        </p:nvPicPr>
        <p:blipFill>
          <a:blip r:embed="rId2"/>
          <a:stretch>
            <a:fillRect/>
          </a:stretch>
        </p:blipFill>
        <p:spPr>
          <a:xfrm>
            <a:off x="678704" y="900029"/>
            <a:ext cx="11295802" cy="5163469"/>
          </a:xfrm>
          <a:prstGeom prst="rect">
            <a:avLst/>
          </a:prstGeom>
          <a:noFill/>
        </p:spPr>
      </p:pic>
    </p:spTree>
    <p:extLst>
      <p:ext uri="{BB962C8B-B14F-4D97-AF65-F5344CB8AC3E}">
        <p14:creationId xmlns:p14="http://schemas.microsoft.com/office/powerpoint/2010/main" val="3950044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6AF522-EEF1-1E7E-7873-E20B62C9D0D2}"/>
              </a:ext>
            </a:extLst>
          </p:cNvPr>
          <p:cNvSpPr>
            <a:spLocks noGrp="1"/>
          </p:cNvSpPr>
          <p:nvPr>
            <p:ph type="body" sz="quarter" idx="13"/>
          </p:nvPr>
        </p:nvSpPr>
        <p:spPr>
          <a:xfrm>
            <a:off x="533400" y="255203"/>
            <a:ext cx="11125200" cy="434975"/>
          </a:xfrm>
        </p:spPr>
        <p:txBody>
          <a:bodyPr vert="horz" lIns="91440" tIns="45720" rIns="91440" bIns="45720" rtlCol="0" anchor="t">
            <a:noAutofit/>
          </a:bodyPr>
          <a:lstStyle/>
          <a:p>
            <a:pPr marL="0" indent="0">
              <a:buNone/>
            </a:pPr>
            <a:r>
              <a:rPr lang="en-US">
                <a:solidFill>
                  <a:schemeClr val="tx2"/>
                </a:solidFill>
                <a:cs typeface="Calibri"/>
              </a:rPr>
              <a:t>Kanban Chart </a:t>
            </a:r>
            <a:endParaRPr lang="en-IN">
              <a:solidFill>
                <a:schemeClr val="tx2"/>
              </a:solidFill>
              <a:cs typeface="Calibri"/>
            </a:endParaRPr>
          </a:p>
        </p:txBody>
      </p:sp>
      <p:pic>
        <p:nvPicPr>
          <p:cNvPr id="10" name="Picture 9" descr="Several different types of text&#10;&#10;AI-generated content may be incorrect.">
            <a:extLst>
              <a:ext uri="{FF2B5EF4-FFF2-40B4-BE49-F238E27FC236}">
                <a16:creationId xmlns:a16="http://schemas.microsoft.com/office/drawing/2014/main" id="{DF6846DB-0FAD-7224-521A-E6E84CBAF7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229" y="1083464"/>
            <a:ext cx="11125200" cy="4688307"/>
          </a:xfrm>
          <a:prstGeom prst="rect">
            <a:avLst/>
          </a:prstGeom>
        </p:spPr>
      </p:pic>
    </p:spTree>
    <p:extLst>
      <p:ext uri="{BB962C8B-B14F-4D97-AF65-F5344CB8AC3E}">
        <p14:creationId xmlns:p14="http://schemas.microsoft.com/office/powerpoint/2010/main" val="1706944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7F59ABA-CB72-26CD-B253-46D7AF96EFA1}"/>
              </a:ext>
            </a:extLst>
          </p:cNvPr>
          <p:cNvSpPr>
            <a:spLocks noGrp="1"/>
          </p:cNvSpPr>
          <p:nvPr>
            <p:ph type="body" sz="quarter" idx="13"/>
          </p:nvPr>
        </p:nvSpPr>
        <p:spPr/>
        <p:txBody>
          <a:bodyPr vert="horz" lIns="91440" tIns="45720" rIns="91440" bIns="45720" rtlCol="0" anchor="t">
            <a:noAutofit/>
          </a:bodyPr>
          <a:lstStyle/>
          <a:p>
            <a:r>
              <a:rPr lang="en-US" sz="2500">
                <a:solidFill>
                  <a:schemeClr val="tx2"/>
                </a:solidFill>
                <a:cs typeface="Calibri"/>
              </a:rPr>
              <a:t>Burn Down Chart</a:t>
            </a:r>
            <a:endParaRPr lang="en-IN" sz="2500">
              <a:solidFill>
                <a:schemeClr val="tx2"/>
              </a:solidFill>
              <a:cs typeface="Calibri"/>
            </a:endParaRPr>
          </a:p>
        </p:txBody>
      </p:sp>
      <p:pic>
        <p:nvPicPr>
          <p:cNvPr id="6" name="Picture 5" descr="A graph of a chart&#10;&#10;AI-generated content may be incorrect.">
            <a:extLst>
              <a:ext uri="{FF2B5EF4-FFF2-40B4-BE49-F238E27FC236}">
                <a16:creationId xmlns:a16="http://schemas.microsoft.com/office/drawing/2014/main" id="{660C0507-DFCC-D345-8C06-6A2A48717F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449" y="1302694"/>
            <a:ext cx="6896100" cy="3743325"/>
          </a:xfrm>
          <a:prstGeom prst="rect">
            <a:avLst/>
          </a:prstGeom>
        </p:spPr>
      </p:pic>
    </p:spTree>
    <p:extLst>
      <p:ext uri="{BB962C8B-B14F-4D97-AF65-F5344CB8AC3E}">
        <p14:creationId xmlns:p14="http://schemas.microsoft.com/office/powerpoint/2010/main" val="37017629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1DEA-4278-57E2-02B4-EAD520E266EC}"/>
              </a:ext>
            </a:extLst>
          </p:cNvPr>
          <p:cNvSpPr>
            <a:spLocks noGrp="1"/>
          </p:cNvSpPr>
          <p:nvPr>
            <p:ph type="ctrTitle"/>
          </p:nvPr>
        </p:nvSpPr>
        <p:spPr>
          <a:xfrm>
            <a:off x="4295405" y="2102826"/>
            <a:ext cx="3601189" cy="1326174"/>
          </a:xfrm>
        </p:spPr>
        <p:txBody>
          <a:bodyPr/>
          <a:lstStyle/>
          <a:p>
            <a:r>
              <a:rPr lang="en-US"/>
              <a:t>Thank you</a:t>
            </a:r>
            <a:endParaRPr lang="en-IN"/>
          </a:p>
        </p:txBody>
      </p:sp>
    </p:spTree>
    <p:extLst>
      <p:ext uri="{BB962C8B-B14F-4D97-AF65-F5344CB8AC3E}">
        <p14:creationId xmlns:p14="http://schemas.microsoft.com/office/powerpoint/2010/main" val="1461838355"/>
      </p:ext>
    </p:extLst>
  </p:cSld>
  <p:clrMapOvr>
    <a:masterClrMapping/>
  </p:clrMapOvr>
</p:sld>
</file>

<file path=ppt/theme/theme1.xml><?xml version="1.0" encoding="utf-8"?>
<a:theme xmlns:a="http://schemas.openxmlformats.org/drawingml/2006/main" name="Office Theme">
  <a:themeElements>
    <a:clrScheme name="LM">
      <a:dk1>
        <a:srgbClr val="595959"/>
      </a:dk1>
      <a:lt1>
        <a:srgbClr val="FFFFFF"/>
      </a:lt1>
      <a:dk2>
        <a:srgbClr val="000000"/>
      </a:dk2>
      <a:lt2>
        <a:srgbClr val="FFFFFF"/>
      </a:lt2>
      <a:accent1>
        <a:srgbClr val="BCD9F3"/>
      </a:accent1>
      <a:accent2>
        <a:srgbClr val="97C4EC"/>
      </a:accent2>
      <a:accent3>
        <a:srgbClr val="60A5E2"/>
      </a:accent3>
      <a:accent4>
        <a:srgbClr val="EF7C00"/>
      </a:accent4>
      <a:accent5>
        <a:srgbClr val="C8CA05"/>
      </a:accent5>
      <a:accent6>
        <a:srgbClr val="33682B"/>
      </a:accent6>
      <a:hlink>
        <a:srgbClr val="64B3E3"/>
      </a:hlink>
      <a:folHlink>
        <a:srgbClr val="004683"/>
      </a:folHlink>
    </a:clrScheme>
    <a:fontScheme name="Frutiger">
      <a:majorFont>
        <a:latin typeface="Frutiger 45 bold"/>
        <a:ea typeface=""/>
        <a:cs typeface=""/>
      </a:majorFont>
      <a:minorFont>
        <a:latin typeface="Frutiger 45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TIMindtree PowerPoint Template  -  Read-Only" id="{D2D078E9-0747-433B-9A53-87E4E1206723}" vid="{02E04BAB-B372-49B2-8DFC-CCA9479795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88563cb8-e9e3-40d4-951f-126d0c29510d">QUMXH5H4ZXKS-875811578-11</_dlc_DocId>
    <_dlc_DocIdUrl xmlns="88563cb8-e9e3-40d4-951f-126d0c29510d">
      <Url>https://mindtreeonline.sharepoint.com/sites/LTIMindtree-Corporate-Templates/_layouts/15/DocIdRedir.aspx?ID=QUMXH5H4ZXKS-875811578-11</Url>
      <Description>QUMXH5H4ZXKS-875811578-11</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EE668FDB297BA418F5A6539855E71B7" ma:contentTypeVersion="3" ma:contentTypeDescription="Create a new document." ma:contentTypeScope="" ma:versionID="4294c225a3417baf4b70885d580e1778">
  <xsd:schema xmlns:xsd="http://www.w3.org/2001/XMLSchema" xmlns:xs="http://www.w3.org/2001/XMLSchema" xmlns:p="http://schemas.microsoft.com/office/2006/metadata/properties" xmlns:ns2="88563cb8-e9e3-40d4-951f-126d0c29510d" xmlns:ns3="dc0ddbac-d92f-4135-ae82-46af643a22eb" targetNamespace="http://schemas.microsoft.com/office/2006/metadata/properties" ma:root="true" ma:fieldsID="4f00704ce9a2416b2cdaa5d136de8e77" ns2:_="" ns3:_="">
    <xsd:import namespace="88563cb8-e9e3-40d4-951f-126d0c29510d"/>
    <xsd:import namespace="dc0ddbac-d92f-4135-ae82-46af643a22eb"/>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563cb8-e9e3-40d4-951f-126d0c29510d"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dc0ddbac-d92f-4135-ae82-46af643a22e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55CB52-33A3-4B47-8C1D-0EE24875E3DC}">
  <ds:schemaRefs>
    <ds:schemaRef ds:uri="88563cb8-e9e3-40d4-951f-126d0c29510d"/>
    <ds:schemaRef ds:uri="dc0ddbac-d92f-4135-ae82-46af643a22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ACBCD0B-8E49-473F-9B37-931C1D23841D}">
  <ds:schemaRefs>
    <ds:schemaRef ds:uri="88563cb8-e9e3-40d4-951f-126d0c29510d"/>
    <ds:schemaRef ds:uri="dc0ddbac-d92f-4135-ae82-46af643a22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C474493-4661-4534-A819-8424B96FDD6F}">
  <ds:schemaRefs>
    <ds:schemaRef ds:uri="http://schemas.microsoft.com/sharepoint/events"/>
  </ds:schemaRefs>
</ds:datastoreItem>
</file>

<file path=customXml/itemProps4.xml><?xml version="1.0" encoding="utf-8"?>
<ds:datastoreItem xmlns:ds="http://schemas.openxmlformats.org/officeDocument/2006/customXml" ds:itemID="{3998B09E-68DE-4B62-A34E-BB5B738ECC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LTIMindtree PowerPoint Template 1</Template>
  <Application>Microsoft Office PowerPoint</Application>
  <PresentationFormat>Widescreen</PresentationFormat>
  <Slides>33</Slides>
  <Notes>2</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Banking Risk &amp; Credit Portfolio Intelligence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IICS Mapping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Masking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Pisay Shriya</dc:creator>
  <cp:revision>2</cp:revision>
  <dcterms:created xsi:type="dcterms:W3CDTF">2025-11-08T06:42:26Z</dcterms:created>
  <dcterms:modified xsi:type="dcterms:W3CDTF">2025-11-14T03:18:53Z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0x0101001EE668FDB297BA418F5A6539855E71B7</vt:lpwstr>
  </property>
  <property fmtid="{D5CDD505-2E9C-101B-9397-08002B2CF9AE}" pid="3" name="_dlc_DocIdItemGuid">
    <vt:lpwstr>36da67c7-b504-4aea-865b-0e87cedc899d</vt:lpwstr>
  </property>
</Properties>
</file>